
<file path=[Content_Types].xml><?xml version="1.0" encoding="utf-8"?>
<Types xmlns="http://schemas.openxmlformats.org/package/2006/content-types">
  <Override PartName="/ppt/slides/slide6.xml" ContentType="application/vnd.openxmlformats-officedocument.presentationml.slide+xml"/>
  <Override PartName="/ppt/slideLayouts/slideLayout8.xml" ContentType="application/vnd.openxmlformats-officedocument.presentationml.slideLayout+xml"/>
  <Override PartName="/ppt/notesSlides/notesSlide2.xml" ContentType="application/vnd.openxmlformats-officedocument.presentationml.notesSlide+xml"/>
  <Override PartName="/ppt/slideMasters/slideMaster1.xml" ContentType="application/vnd.openxmlformats-officedocument.presentationml.slideMaster+xml"/>
  <Override PartName="/ppt/slides/slide4.xml" ContentType="application/vnd.openxmlformats-officedocument.presentationml.slide+xml"/>
  <Override PartName="/ppt/slideLayouts/slideLayout4.xml" ContentType="application/vnd.openxmlformats-officedocument.presentationml.slideLayout+xml"/>
  <Override PartName="/ppt/slideLayouts/slideLayout6.xml" ContentType="application/vnd.openxmlformats-officedocument.presentationml.slideLayout+xml"/>
  <Override PartName="/ppt/slides/slide1.xml" ContentType="application/vnd.openxmlformats-officedocument.presentationml.slide+xml"/>
  <Override PartName="/ppt/slides/slide2.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7.xml" ContentType="application/vnd.openxmlformats-officedocument.presentationml.notesSlide+xml"/>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slideLayouts/slideLayout1.xml" ContentType="application/vnd.openxmlformats-officedocument.presentationml.slideLayout+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app.xml" ContentType="application/vnd.openxmlformats-officedocument.extended-properties+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slideLayouts/slideLayout10.xml" ContentType="application/vnd.openxmlformats-officedocument.presentationml.slideLayout+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10.xml" ContentType="application/vnd.openxmlformats-officedocument.presentationml.notes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ppt/slides/slide5.xml" ContentType="application/vnd.openxmlformats-officedocument.presentationml.slide+xml"/>
  <Override PartName="/ppt/slideLayouts/slideLayout7.xml" ContentType="application/vnd.openxmlformats-officedocument.presentationml.slideLayout+xml"/>
  <Override PartName="/ppt/notesSlides/notesSlide1.xml" ContentType="application/vnd.openxmlformats-officedocument.presentationml.notesSlide+xml"/>
  <Override PartName="/ppt/notesSlides/notesSlide3.xml" ContentType="application/vnd.openxmlformats-officedocument.presentationml.notesSlide+xml"/>
  <Override PartName="/ppt/slides/slide3.xml" ContentType="application/vnd.openxmlformats-officedocument.presentationml.slide+xml"/>
  <Override PartName="/ppt/slides/slide17.xml" ContentType="application/vnd.openxmlformats-officedocument.presentationml.slide+xml"/>
  <Override PartName="/ppt/presProps.xml" ContentType="application/vnd.openxmlformats-officedocument.presentationml.presProps+xml"/>
  <Override PartName="/ppt/slideLayouts/slideLayout5.xml" ContentType="application/vnd.openxmlformats-officedocument.presentationml.slideLayout+xml"/>
  <Override PartName="/ppt/theme/theme2.xml" ContentType="application/vnd.openxmlformats-officedocument.theme+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9"/>
  </p:notesMasterIdLst>
  <p:sldIdLst>
    <p:sldId id="273" r:id="rId2"/>
    <p:sldId id="271" r:id="rId3"/>
    <p:sldId id="272" r:id="rId4"/>
    <p:sldId id="257" r:id="rId5"/>
    <p:sldId id="258" r:id="rId6"/>
    <p:sldId id="259" r:id="rId7"/>
    <p:sldId id="260" r:id="rId8"/>
    <p:sldId id="261" r:id="rId9"/>
    <p:sldId id="262" r:id="rId10"/>
    <p:sldId id="263" r:id="rId11"/>
    <p:sldId id="264" r:id="rId12"/>
    <p:sldId id="265" r:id="rId13"/>
    <p:sldId id="266" r:id="rId14"/>
    <p:sldId id="267" r:id="rId15"/>
    <p:sldId id="269" r:id="rId16"/>
    <p:sldId id="270" r:id="rId17"/>
    <p:sldId id="274" r:id="rId18"/>
  </p:sldIdLst>
  <p:sldSz cx="9144000" cy="6858000" type="screen4x3"/>
  <p:notesSz cx="6797675" cy="9926638"/>
  <p:defaultTextStyle>
    <a:defPPr>
      <a:defRPr lang="it-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showOutlineIcons="0">
    <p:restoredLeft sz="15620"/>
    <p:restoredTop sz="94660"/>
  </p:normalViewPr>
  <p:slideViewPr>
    <p:cSldViewPr>
      <p:cViewPr varScale="1">
        <p:scale>
          <a:sx n="82" d="100"/>
          <a:sy n="82" d="100"/>
        </p:scale>
        <p:origin x="-1530" y="-96"/>
      </p:cViewPr>
      <p:guideLst>
        <p:guide orient="horz" pos="2160"/>
        <p:guide pos="2880"/>
      </p:guideLst>
    </p:cSldViewPr>
  </p:slideViewPr>
  <p:notesTextViewPr>
    <p:cViewPr>
      <p:scale>
        <a:sx n="100" d="100"/>
        <a:sy n="100" d="100"/>
      </p:scale>
      <p:origin x="0" y="0"/>
    </p:cViewPr>
  </p:notesTextViewPr>
  <p:gridSpacing cx="73736200" cy="7373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Segnaposto intestazione 1"/>
          <p:cNvSpPr>
            <a:spLocks noGrp="1"/>
          </p:cNvSpPr>
          <p:nvPr>
            <p:ph type="hdr" sz="quarter"/>
          </p:nvPr>
        </p:nvSpPr>
        <p:spPr>
          <a:xfrm>
            <a:off x="0" y="0"/>
            <a:ext cx="2945659" cy="496332"/>
          </a:xfrm>
          <a:prstGeom prst="rect">
            <a:avLst/>
          </a:prstGeom>
        </p:spPr>
        <p:txBody>
          <a:bodyPr vert="horz" lIns="91440" tIns="45720" rIns="91440" bIns="45720" rtlCol="0"/>
          <a:lstStyle>
            <a:lvl1pPr algn="l">
              <a:defRPr sz="1200"/>
            </a:lvl1pPr>
          </a:lstStyle>
          <a:p>
            <a:endParaRPr lang="it-IT"/>
          </a:p>
        </p:txBody>
      </p:sp>
      <p:sp>
        <p:nvSpPr>
          <p:cNvPr id="3" name="Segnaposto data 2"/>
          <p:cNvSpPr>
            <a:spLocks noGrp="1"/>
          </p:cNvSpPr>
          <p:nvPr>
            <p:ph type="dt" idx="1"/>
          </p:nvPr>
        </p:nvSpPr>
        <p:spPr>
          <a:xfrm>
            <a:off x="3850443" y="0"/>
            <a:ext cx="2945659" cy="496332"/>
          </a:xfrm>
          <a:prstGeom prst="rect">
            <a:avLst/>
          </a:prstGeom>
        </p:spPr>
        <p:txBody>
          <a:bodyPr vert="horz" lIns="91440" tIns="45720" rIns="91440" bIns="45720" rtlCol="0"/>
          <a:lstStyle>
            <a:lvl1pPr algn="r">
              <a:defRPr sz="1200"/>
            </a:lvl1pPr>
          </a:lstStyle>
          <a:p>
            <a:fld id="{3B60E212-F87D-4411-BADD-84E6B29FE948}" type="datetimeFigureOut">
              <a:rPr lang="it-IT" smtClean="0"/>
              <a:pPr/>
              <a:t>14/09/2023</a:t>
            </a:fld>
            <a:endParaRPr lang="it-IT"/>
          </a:p>
        </p:txBody>
      </p:sp>
      <p:sp>
        <p:nvSpPr>
          <p:cNvPr id="4" name="Segnaposto immagine diapositiva 3"/>
          <p:cNvSpPr>
            <a:spLocks noGrp="1" noRot="1" noChangeAspect="1"/>
          </p:cNvSpPr>
          <p:nvPr>
            <p:ph type="sldImg" idx="2"/>
          </p:nvPr>
        </p:nvSpPr>
        <p:spPr>
          <a:xfrm>
            <a:off x="917575" y="744538"/>
            <a:ext cx="4962525" cy="3722687"/>
          </a:xfrm>
          <a:prstGeom prst="rect">
            <a:avLst/>
          </a:prstGeom>
          <a:noFill/>
          <a:ln w="12700">
            <a:solidFill>
              <a:prstClr val="black"/>
            </a:solidFill>
          </a:ln>
        </p:spPr>
        <p:txBody>
          <a:bodyPr vert="horz" lIns="91440" tIns="45720" rIns="91440" bIns="45720" rtlCol="0" anchor="ctr"/>
          <a:lstStyle/>
          <a:p>
            <a:endParaRPr lang="it-IT"/>
          </a:p>
        </p:txBody>
      </p:sp>
      <p:sp>
        <p:nvSpPr>
          <p:cNvPr id="5" name="Segnaposto note 4"/>
          <p:cNvSpPr>
            <a:spLocks noGrp="1"/>
          </p:cNvSpPr>
          <p:nvPr>
            <p:ph type="body" sz="quarter" idx="3"/>
          </p:nvPr>
        </p:nvSpPr>
        <p:spPr>
          <a:xfrm>
            <a:off x="679768" y="4715153"/>
            <a:ext cx="5438140" cy="4466987"/>
          </a:xfrm>
          <a:prstGeom prst="rect">
            <a:avLst/>
          </a:prstGeom>
        </p:spPr>
        <p:txBody>
          <a:bodyPr vert="horz" lIns="91440" tIns="45720" rIns="91440" bIns="45720" rtlCol="0">
            <a:normAutofit/>
          </a:bodyPr>
          <a:lstStyle/>
          <a:p>
            <a:pPr lvl="0"/>
            <a:r>
              <a:rPr lang="it-IT" smtClean="0"/>
              <a:t>Fare clic per modificare stili del testo dello schema</a:t>
            </a:r>
          </a:p>
          <a:p>
            <a:pPr lvl="1"/>
            <a:r>
              <a:rPr lang="it-IT" smtClean="0"/>
              <a:t>Secondo livello</a:t>
            </a:r>
          </a:p>
          <a:p>
            <a:pPr lvl="2"/>
            <a:r>
              <a:rPr lang="it-IT" smtClean="0"/>
              <a:t>Terzo livello</a:t>
            </a:r>
          </a:p>
          <a:p>
            <a:pPr lvl="3"/>
            <a:r>
              <a:rPr lang="it-IT" smtClean="0"/>
              <a:t>Quarto livello</a:t>
            </a:r>
          </a:p>
          <a:p>
            <a:pPr lvl="4"/>
            <a:r>
              <a:rPr lang="it-IT" smtClean="0"/>
              <a:t>Quinto livello</a:t>
            </a:r>
            <a:endParaRPr lang="it-IT"/>
          </a:p>
        </p:txBody>
      </p:sp>
      <p:sp>
        <p:nvSpPr>
          <p:cNvPr id="6" name="Segnaposto piè di pagina 5"/>
          <p:cNvSpPr>
            <a:spLocks noGrp="1"/>
          </p:cNvSpPr>
          <p:nvPr>
            <p:ph type="ftr" sz="quarter" idx="4"/>
          </p:nvPr>
        </p:nvSpPr>
        <p:spPr>
          <a:xfrm>
            <a:off x="0" y="9428583"/>
            <a:ext cx="2945659" cy="496332"/>
          </a:xfrm>
          <a:prstGeom prst="rect">
            <a:avLst/>
          </a:prstGeom>
        </p:spPr>
        <p:txBody>
          <a:bodyPr vert="horz" lIns="91440" tIns="45720" rIns="91440" bIns="45720" rtlCol="0" anchor="b"/>
          <a:lstStyle>
            <a:lvl1pPr algn="l">
              <a:defRPr sz="1200"/>
            </a:lvl1pPr>
          </a:lstStyle>
          <a:p>
            <a:endParaRPr lang="it-IT"/>
          </a:p>
        </p:txBody>
      </p:sp>
      <p:sp>
        <p:nvSpPr>
          <p:cNvPr id="7" name="Segnaposto numero diapositiva 6"/>
          <p:cNvSpPr>
            <a:spLocks noGrp="1"/>
          </p:cNvSpPr>
          <p:nvPr>
            <p:ph type="sldNum" sz="quarter" idx="5"/>
          </p:nvPr>
        </p:nvSpPr>
        <p:spPr>
          <a:xfrm>
            <a:off x="3850443" y="9428583"/>
            <a:ext cx="2945659" cy="496332"/>
          </a:xfrm>
          <a:prstGeom prst="rect">
            <a:avLst/>
          </a:prstGeom>
        </p:spPr>
        <p:txBody>
          <a:bodyPr vert="horz" lIns="91440" tIns="45720" rIns="91440" bIns="45720" rtlCol="0" anchor="b"/>
          <a:lstStyle>
            <a:lvl1pPr algn="r">
              <a:defRPr sz="1200"/>
            </a:lvl1pPr>
          </a:lstStyle>
          <a:p>
            <a:fld id="{659EAE73-0886-440F-9762-85D6F862864D}" type="slidenum">
              <a:rPr lang="it-IT" smtClean="0"/>
              <a:pPr/>
              <a:t>‹N›</a:t>
            </a:fld>
            <a:endParaRPr lang="it-IT"/>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1" name="Segnaposto immagine diapositiva 1"/>
          <p:cNvSpPr>
            <a:spLocks noGrp="1" noRot="1" noChangeAspect="1" noTextEdit="1"/>
          </p:cNvSpPr>
          <p:nvPr>
            <p:ph type="sldImg"/>
          </p:nvPr>
        </p:nvSpPr>
        <p:spPr bwMode="auto">
          <a:noFill/>
          <a:ln>
            <a:solidFill>
              <a:srgbClr val="000000"/>
            </a:solidFill>
            <a:miter lim="800000"/>
            <a:headEnd/>
            <a:tailEnd/>
          </a:ln>
        </p:spPr>
      </p:sp>
      <p:sp>
        <p:nvSpPr>
          <p:cNvPr id="15362" name="Segnaposto note 2"/>
          <p:cNvSpPr>
            <a:spLocks noGrp="1"/>
          </p:cNvSpPr>
          <p:nvPr>
            <p:ph type="body" idx="1"/>
          </p:nvPr>
        </p:nvSpPr>
        <p:spPr bwMode="auto">
          <a:noFill/>
        </p:spPr>
        <p:txBody>
          <a:bodyPr wrap="square" numCol="1" anchor="t" anchorCtr="0" compatLnSpc="1">
            <a:prstTxWarp prst="textNoShape">
              <a:avLst/>
            </a:prstTxWarp>
          </a:bodyPr>
          <a:lstStyle/>
          <a:p>
            <a:pPr>
              <a:spcBef>
                <a:spcPct val="0"/>
              </a:spcBef>
            </a:pPr>
            <a:endParaRPr lang="it-IT"/>
          </a:p>
        </p:txBody>
      </p:sp>
      <p:sp>
        <p:nvSpPr>
          <p:cNvPr id="15363" name="Segnaposto numero diapositiva 3"/>
          <p:cNvSpPr>
            <a:spLocks noGrp="1"/>
          </p:cNvSpPr>
          <p:nvPr>
            <p:ph type="sldNum" sz="quarter" idx="5"/>
          </p:nvPr>
        </p:nvSpPr>
        <p:spPr bwMode="auto">
          <a:noFill/>
          <a:ln>
            <a:miter lim="800000"/>
            <a:headEnd/>
            <a:tailEnd/>
          </a:ln>
        </p:spPr>
        <p:txBody>
          <a:bodyPr wrap="square" numCol="1" anchorCtr="0" compatLnSpc="1">
            <a:prstTxWarp prst="textNoShape">
              <a:avLst/>
            </a:prstTxWarp>
          </a:bodyPr>
          <a:lstStyle/>
          <a:p>
            <a:pPr fontAlgn="base">
              <a:spcBef>
                <a:spcPct val="0"/>
              </a:spcBef>
              <a:spcAft>
                <a:spcPct val="0"/>
              </a:spcAft>
            </a:pPr>
            <a:fld id="{63EB2B08-B3EB-40B9-A823-4C48AFCCC362}" type="slidenum">
              <a:rPr lang="it-IT"/>
              <a:pPr fontAlgn="base">
                <a:spcBef>
                  <a:spcPct val="0"/>
                </a:spcBef>
                <a:spcAft>
                  <a:spcPct val="0"/>
                </a:spcAft>
              </a:pPr>
              <a:t>1</a:t>
            </a:fld>
            <a:endParaRPr lang="it-IT"/>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1" name="Segnaposto immagine diapositiva 1"/>
          <p:cNvSpPr>
            <a:spLocks noGrp="1" noRot="1" noChangeAspect="1" noTextEdit="1"/>
          </p:cNvSpPr>
          <p:nvPr>
            <p:ph type="sldImg"/>
          </p:nvPr>
        </p:nvSpPr>
        <p:spPr bwMode="auto">
          <a:noFill/>
          <a:ln>
            <a:solidFill>
              <a:srgbClr val="000000"/>
            </a:solidFill>
            <a:miter lim="800000"/>
            <a:headEnd/>
            <a:tailEnd/>
          </a:ln>
        </p:spPr>
      </p:sp>
      <p:sp>
        <p:nvSpPr>
          <p:cNvPr id="15362" name="Segnaposto note 2"/>
          <p:cNvSpPr>
            <a:spLocks noGrp="1"/>
          </p:cNvSpPr>
          <p:nvPr>
            <p:ph type="body" idx="1"/>
          </p:nvPr>
        </p:nvSpPr>
        <p:spPr bwMode="auto">
          <a:noFill/>
        </p:spPr>
        <p:txBody>
          <a:bodyPr wrap="square" numCol="1" anchor="t" anchorCtr="0" compatLnSpc="1">
            <a:prstTxWarp prst="textNoShape">
              <a:avLst/>
            </a:prstTxWarp>
          </a:bodyPr>
          <a:lstStyle/>
          <a:p>
            <a:pPr>
              <a:spcBef>
                <a:spcPct val="0"/>
              </a:spcBef>
            </a:pPr>
            <a:endParaRPr lang="it-IT"/>
          </a:p>
        </p:txBody>
      </p:sp>
      <p:sp>
        <p:nvSpPr>
          <p:cNvPr id="15363" name="Segnaposto numero diapositiva 3"/>
          <p:cNvSpPr>
            <a:spLocks noGrp="1"/>
          </p:cNvSpPr>
          <p:nvPr>
            <p:ph type="sldNum" sz="quarter" idx="5"/>
          </p:nvPr>
        </p:nvSpPr>
        <p:spPr bwMode="auto">
          <a:noFill/>
          <a:ln>
            <a:miter lim="800000"/>
            <a:headEnd/>
            <a:tailEnd/>
          </a:ln>
        </p:spPr>
        <p:txBody>
          <a:bodyPr wrap="square" numCol="1" anchorCtr="0" compatLnSpc="1">
            <a:prstTxWarp prst="textNoShape">
              <a:avLst/>
            </a:prstTxWarp>
          </a:bodyPr>
          <a:lstStyle/>
          <a:p>
            <a:pPr fontAlgn="base">
              <a:spcBef>
                <a:spcPct val="0"/>
              </a:spcBef>
              <a:spcAft>
                <a:spcPct val="0"/>
              </a:spcAft>
            </a:pPr>
            <a:fld id="{63EB2B08-B3EB-40B9-A823-4C48AFCCC362}" type="slidenum">
              <a:rPr lang="it-IT"/>
              <a:pPr fontAlgn="base">
                <a:spcBef>
                  <a:spcPct val="0"/>
                </a:spcBef>
                <a:spcAft>
                  <a:spcPct val="0"/>
                </a:spcAft>
              </a:pPr>
              <a:t>2</a:t>
            </a:fld>
            <a:endParaRPr lang="it-IT"/>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1" name="Segnaposto immagine diapositiva 1"/>
          <p:cNvSpPr>
            <a:spLocks noGrp="1" noRot="1" noChangeAspect="1" noTextEdit="1"/>
          </p:cNvSpPr>
          <p:nvPr>
            <p:ph type="sldImg"/>
          </p:nvPr>
        </p:nvSpPr>
        <p:spPr bwMode="auto">
          <a:noFill/>
          <a:ln>
            <a:solidFill>
              <a:srgbClr val="000000"/>
            </a:solidFill>
            <a:miter lim="800000"/>
            <a:headEnd/>
            <a:tailEnd/>
          </a:ln>
        </p:spPr>
      </p:sp>
      <p:sp>
        <p:nvSpPr>
          <p:cNvPr id="15362" name="Segnaposto note 2"/>
          <p:cNvSpPr>
            <a:spLocks noGrp="1"/>
          </p:cNvSpPr>
          <p:nvPr>
            <p:ph type="body" idx="1"/>
          </p:nvPr>
        </p:nvSpPr>
        <p:spPr bwMode="auto">
          <a:noFill/>
        </p:spPr>
        <p:txBody>
          <a:bodyPr wrap="square" numCol="1" anchor="t" anchorCtr="0" compatLnSpc="1">
            <a:prstTxWarp prst="textNoShape">
              <a:avLst/>
            </a:prstTxWarp>
          </a:bodyPr>
          <a:lstStyle/>
          <a:p>
            <a:pPr>
              <a:spcBef>
                <a:spcPct val="0"/>
              </a:spcBef>
            </a:pPr>
            <a:endParaRPr lang="it-IT"/>
          </a:p>
        </p:txBody>
      </p:sp>
      <p:sp>
        <p:nvSpPr>
          <p:cNvPr id="15363" name="Segnaposto numero diapositiva 3"/>
          <p:cNvSpPr>
            <a:spLocks noGrp="1"/>
          </p:cNvSpPr>
          <p:nvPr>
            <p:ph type="sldNum" sz="quarter" idx="5"/>
          </p:nvPr>
        </p:nvSpPr>
        <p:spPr bwMode="auto">
          <a:noFill/>
          <a:ln>
            <a:miter lim="800000"/>
            <a:headEnd/>
            <a:tailEnd/>
          </a:ln>
        </p:spPr>
        <p:txBody>
          <a:bodyPr wrap="square" numCol="1" anchorCtr="0" compatLnSpc="1">
            <a:prstTxWarp prst="textNoShape">
              <a:avLst/>
            </a:prstTxWarp>
          </a:bodyPr>
          <a:lstStyle/>
          <a:p>
            <a:pPr fontAlgn="base">
              <a:spcBef>
                <a:spcPct val="0"/>
              </a:spcBef>
              <a:spcAft>
                <a:spcPct val="0"/>
              </a:spcAft>
            </a:pPr>
            <a:fld id="{63EB2B08-B3EB-40B9-A823-4C48AFCCC362}" type="slidenum">
              <a:rPr lang="it-IT"/>
              <a:pPr fontAlgn="base">
                <a:spcBef>
                  <a:spcPct val="0"/>
                </a:spcBef>
                <a:spcAft>
                  <a:spcPct val="0"/>
                </a:spcAft>
              </a:pPr>
              <a:t>3</a:t>
            </a:fld>
            <a:endParaRPr lang="it-IT"/>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1" name="Segnaposto immagine diapositiva 1"/>
          <p:cNvSpPr>
            <a:spLocks noGrp="1" noRot="1" noChangeAspect="1" noTextEdit="1"/>
          </p:cNvSpPr>
          <p:nvPr>
            <p:ph type="sldImg"/>
          </p:nvPr>
        </p:nvSpPr>
        <p:spPr bwMode="auto">
          <a:noFill/>
          <a:ln>
            <a:solidFill>
              <a:srgbClr val="000000"/>
            </a:solidFill>
            <a:miter lim="800000"/>
            <a:headEnd/>
            <a:tailEnd/>
          </a:ln>
        </p:spPr>
      </p:sp>
      <p:sp>
        <p:nvSpPr>
          <p:cNvPr id="15362" name="Segnaposto note 2"/>
          <p:cNvSpPr>
            <a:spLocks noGrp="1"/>
          </p:cNvSpPr>
          <p:nvPr>
            <p:ph type="body" idx="1"/>
          </p:nvPr>
        </p:nvSpPr>
        <p:spPr bwMode="auto">
          <a:noFill/>
        </p:spPr>
        <p:txBody>
          <a:bodyPr wrap="square" numCol="1" anchor="t" anchorCtr="0" compatLnSpc="1">
            <a:prstTxWarp prst="textNoShape">
              <a:avLst/>
            </a:prstTxWarp>
          </a:bodyPr>
          <a:lstStyle/>
          <a:p>
            <a:pPr>
              <a:spcBef>
                <a:spcPct val="0"/>
              </a:spcBef>
            </a:pPr>
            <a:endParaRPr lang="it-IT"/>
          </a:p>
        </p:txBody>
      </p:sp>
      <p:sp>
        <p:nvSpPr>
          <p:cNvPr id="15363" name="Segnaposto numero diapositiva 3"/>
          <p:cNvSpPr>
            <a:spLocks noGrp="1"/>
          </p:cNvSpPr>
          <p:nvPr>
            <p:ph type="sldNum" sz="quarter" idx="5"/>
          </p:nvPr>
        </p:nvSpPr>
        <p:spPr bwMode="auto">
          <a:noFill/>
          <a:ln>
            <a:miter lim="800000"/>
            <a:headEnd/>
            <a:tailEnd/>
          </a:ln>
        </p:spPr>
        <p:txBody>
          <a:bodyPr wrap="square" numCol="1" anchorCtr="0" compatLnSpc="1">
            <a:prstTxWarp prst="textNoShape">
              <a:avLst/>
            </a:prstTxWarp>
          </a:bodyPr>
          <a:lstStyle/>
          <a:p>
            <a:pPr fontAlgn="base">
              <a:spcBef>
                <a:spcPct val="0"/>
              </a:spcBef>
              <a:spcAft>
                <a:spcPct val="0"/>
              </a:spcAft>
            </a:pPr>
            <a:fld id="{63EB2B08-B3EB-40B9-A823-4C48AFCCC362}" type="slidenum">
              <a:rPr lang="it-IT"/>
              <a:pPr fontAlgn="base">
                <a:spcBef>
                  <a:spcPct val="0"/>
                </a:spcBef>
                <a:spcAft>
                  <a:spcPct val="0"/>
                </a:spcAft>
              </a:pPr>
              <a:t>4</a:t>
            </a:fld>
            <a:endParaRPr lang="it-IT"/>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1" name="Segnaposto immagine diapositiva 1"/>
          <p:cNvSpPr>
            <a:spLocks noGrp="1" noRot="1" noChangeAspect="1" noTextEdit="1"/>
          </p:cNvSpPr>
          <p:nvPr>
            <p:ph type="sldImg"/>
          </p:nvPr>
        </p:nvSpPr>
        <p:spPr bwMode="auto">
          <a:noFill/>
          <a:ln>
            <a:solidFill>
              <a:srgbClr val="000000"/>
            </a:solidFill>
            <a:miter lim="800000"/>
            <a:headEnd/>
            <a:tailEnd/>
          </a:ln>
        </p:spPr>
      </p:sp>
      <p:sp>
        <p:nvSpPr>
          <p:cNvPr id="15362" name="Segnaposto note 2"/>
          <p:cNvSpPr>
            <a:spLocks noGrp="1"/>
          </p:cNvSpPr>
          <p:nvPr>
            <p:ph type="body" idx="1"/>
          </p:nvPr>
        </p:nvSpPr>
        <p:spPr bwMode="auto">
          <a:noFill/>
        </p:spPr>
        <p:txBody>
          <a:bodyPr wrap="square" numCol="1" anchor="t" anchorCtr="0" compatLnSpc="1">
            <a:prstTxWarp prst="textNoShape">
              <a:avLst/>
            </a:prstTxWarp>
          </a:bodyPr>
          <a:lstStyle/>
          <a:p>
            <a:pPr>
              <a:spcBef>
                <a:spcPct val="0"/>
              </a:spcBef>
            </a:pPr>
            <a:endParaRPr lang="it-IT"/>
          </a:p>
        </p:txBody>
      </p:sp>
      <p:sp>
        <p:nvSpPr>
          <p:cNvPr id="15363" name="Segnaposto numero diapositiva 3"/>
          <p:cNvSpPr>
            <a:spLocks noGrp="1"/>
          </p:cNvSpPr>
          <p:nvPr>
            <p:ph type="sldNum" sz="quarter" idx="5"/>
          </p:nvPr>
        </p:nvSpPr>
        <p:spPr bwMode="auto">
          <a:noFill/>
          <a:ln>
            <a:miter lim="800000"/>
            <a:headEnd/>
            <a:tailEnd/>
          </a:ln>
        </p:spPr>
        <p:txBody>
          <a:bodyPr wrap="square" numCol="1" anchorCtr="0" compatLnSpc="1">
            <a:prstTxWarp prst="textNoShape">
              <a:avLst/>
            </a:prstTxWarp>
          </a:bodyPr>
          <a:lstStyle/>
          <a:p>
            <a:pPr fontAlgn="base">
              <a:spcBef>
                <a:spcPct val="0"/>
              </a:spcBef>
              <a:spcAft>
                <a:spcPct val="0"/>
              </a:spcAft>
            </a:pPr>
            <a:fld id="{63EB2B08-B3EB-40B9-A823-4C48AFCCC362}" type="slidenum">
              <a:rPr lang="it-IT"/>
              <a:pPr fontAlgn="base">
                <a:spcBef>
                  <a:spcPct val="0"/>
                </a:spcBef>
                <a:spcAft>
                  <a:spcPct val="0"/>
                </a:spcAft>
              </a:pPr>
              <a:t>5</a:t>
            </a:fld>
            <a:endParaRPr lang="it-IT"/>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1" name="Segnaposto immagine diapositiva 1"/>
          <p:cNvSpPr>
            <a:spLocks noGrp="1" noRot="1" noChangeAspect="1" noTextEdit="1"/>
          </p:cNvSpPr>
          <p:nvPr>
            <p:ph type="sldImg"/>
          </p:nvPr>
        </p:nvSpPr>
        <p:spPr bwMode="auto">
          <a:noFill/>
          <a:ln>
            <a:solidFill>
              <a:srgbClr val="000000"/>
            </a:solidFill>
            <a:miter lim="800000"/>
            <a:headEnd/>
            <a:tailEnd/>
          </a:ln>
        </p:spPr>
      </p:sp>
      <p:sp>
        <p:nvSpPr>
          <p:cNvPr id="15362" name="Segnaposto note 2"/>
          <p:cNvSpPr>
            <a:spLocks noGrp="1"/>
          </p:cNvSpPr>
          <p:nvPr>
            <p:ph type="body" idx="1"/>
          </p:nvPr>
        </p:nvSpPr>
        <p:spPr bwMode="auto">
          <a:noFill/>
        </p:spPr>
        <p:txBody>
          <a:bodyPr wrap="square" numCol="1" anchor="t" anchorCtr="0" compatLnSpc="1">
            <a:prstTxWarp prst="textNoShape">
              <a:avLst/>
            </a:prstTxWarp>
          </a:bodyPr>
          <a:lstStyle/>
          <a:p>
            <a:pPr>
              <a:spcBef>
                <a:spcPct val="0"/>
              </a:spcBef>
            </a:pPr>
            <a:endParaRPr lang="it-IT"/>
          </a:p>
        </p:txBody>
      </p:sp>
      <p:sp>
        <p:nvSpPr>
          <p:cNvPr id="15363" name="Segnaposto numero diapositiva 3"/>
          <p:cNvSpPr>
            <a:spLocks noGrp="1"/>
          </p:cNvSpPr>
          <p:nvPr>
            <p:ph type="sldNum" sz="quarter" idx="5"/>
          </p:nvPr>
        </p:nvSpPr>
        <p:spPr bwMode="auto">
          <a:noFill/>
          <a:ln>
            <a:miter lim="800000"/>
            <a:headEnd/>
            <a:tailEnd/>
          </a:ln>
        </p:spPr>
        <p:txBody>
          <a:bodyPr wrap="square" numCol="1" anchorCtr="0" compatLnSpc="1">
            <a:prstTxWarp prst="textNoShape">
              <a:avLst/>
            </a:prstTxWarp>
          </a:bodyPr>
          <a:lstStyle/>
          <a:p>
            <a:pPr fontAlgn="base">
              <a:spcBef>
                <a:spcPct val="0"/>
              </a:spcBef>
              <a:spcAft>
                <a:spcPct val="0"/>
              </a:spcAft>
            </a:pPr>
            <a:fld id="{63EB2B08-B3EB-40B9-A823-4C48AFCCC362}" type="slidenum">
              <a:rPr lang="it-IT"/>
              <a:pPr fontAlgn="base">
                <a:spcBef>
                  <a:spcPct val="0"/>
                </a:spcBef>
                <a:spcAft>
                  <a:spcPct val="0"/>
                </a:spcAft>
              </a:pPr>
              <a:t>6</a:t>
            </a:fld>
            <a:endParaRPr lang="it-IT"/>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1" name="Segnaposto immagine diapositiva 1"/>
          <p:cNvSpPr>
            <a:spLocks noGrp="1" noRot="1" noChangeAspect="1" noTextEdit="1"/>
          </p:cNvSpPr>
          <p:nvPr>
            <p:ph type="sldImg"/>
          </p:nvPr>
        </p:nvSpPr>
        <p:spPr bwMode="auto">
          <a:noFill/>
          <a:ln>
            <a:solidFill>
              <a:srgbClr val="000000"/>
            </a:solidFill>
            <a:miter lim="800000"/>
            <a:headEnd/>
            <a:tailEnd/>
          </a:ln>
        </p:spPr>
      </p:sp>
      <p:sp>
        <p:nvSpPr>
          <p:cNvPr id="15362" name="Segnaposto note 2"/>
          <p:cNvSpPr>
            <a:spLocks noGrp="1"/>
          </p:cNvSpPr>
          <p:nvPr>
            <p:ph type="body" idx="1"/>
          </p:nvPr>
        </p:nvSpPr>
        <p:spPr bwMode="auto">
          <a:noFill/>
        </p:spPr>
        <p:txBody>
          <a:bodyPr wrap="square" numCol="1" anchor="t" anchorCtr="0" compatLnSpc="1">
            <a:prstTxWarp prst="textNoShape">
              <a:avLst/>
            </a:prstTxWarp>
          </a:bodyPr>
          <a:lstStyle/>
          <a:p>
            <a:pPr>
              <a:spcBef>
                <a:spcPct val="0"/>
              </a:spcBef>
            </a:pPr>
            <a:endParaRPr lang="it-IT"/>
          </a:p>
        </p:txBody>
      </p:sp>
      <p:sp>
        <p:nvSpPr>
          <p:cNvPr id="15363" name="Segnaposto numero diapositiva 3"/>
          <p:cNvSpPr>
            <a:spLocks noGrp="1"/>
          </p:cNvSpPr>
          <p:nvPr>
            <p:ph type="sldNum" sz="quarter" idx="5"/>
          </p:nvPr>
        </p:nvSpPr>
        <p:spPr bwMode="auto">
          <a:noFill/>
          <a:ln>
            <a:miter lim="800000"/>
            <a:headEnd/>
            <a:tailEnd/>
          </a:ln>
        </p:spPr>
        <p:txBody>
          <a:bodyPr wrap="square" numCol="1" anchorCtr="0" compatLnSpc="1">
            <a:prstTxWarp prst="textNoShape">
              <a:avLst/>
            </a:prstTxWarp>
          </a:bodyPr>
          <a:lstStyle/>
          <a:p>
            <a:pPr fontAlgn="base">
              <a:spcBef>
                <a:spcPct val="0"/>
              </a:spcBef>
              <a:spcAft>
                <a:spcPct val="0"/>
              </a:spcAft>
            </a:pPr>
            <a:fld id="{63EB2B08-B3EB-40B9-A823-4C48AFCCC362}" type="slidenum">
              <a:rPr lang="it-IT"/>
              <a:pPr fontAlgn="base">
                <a:spcBef>
                  <a:spcPct val="0"/>
                </a:spcBef>
                <a:spcAft>
                  <a:spcPct val="0"/>
                </a:spcAft>
              </a:pPr>
              <a:t>7</a:t>
            </a:fld>
            <a:endParaRPr lang="it-IT"/>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1" name="Segnaposto immagine diapositiva 1"/>
          <p:cNvSpPr>
            <a:spLocks noGrp="1" noRot="1" noChangeAspect="1" noTextEdit="1"/>
          </p:cNvSpPr>
          <p:nvPr>
            <p:ph type="sldImg"/>
          </p:nvPr>
        </p:nvSpPr>
        <p:spPr bwMode="auto">
          <a:noFill/>
          <a:ln>
            <a:solidFill>
              <a:srgbClr val="000000"/>
            </a:solidFill>
            <a:miter lim="800000"/>
            <a:headEnd/>
            <a:tailEnd/>
          </a:ln>
        </p:spPr>
      </p:sp>
      <p:sp>
        <p:nvSpPr>
          <p:cNvPr id="15362" name="Segnaposto note 2"/>
          <p:cNvSpPr>
            <a:spLocks noGrp="1"/>
          </p:cNvSpPr>
          <p:nvPr>
            <p:ph type="body" idx="1"/>
          </p:nvPr>
        </p:nvSpPr>
        <p:spPr bwMode="auto">
          <a:noFill/>
        </p:spPr>
        <p:txBody>
          <a:bodyPr wrap="square" numCol="1" anchor="t" anchorCtr="0" compatLnSpc="1">
            <a:prstTxWarp prst="textNoShape">
              <a:avLst/>
            </a:prstTxWarp>
          </a:bodyPr>
          <a:lstStyle/>
          <a:p>
            <a:pPr>
              <a:spcBef>
                <a:spcPct val="0"/>
              </a:spcBef>
            </a:pPr>
            <a:endParaRPr lang="it-IT"/>
          </a:p>
        </p:txBody>
      </p:sp>
      <p:sp>
        <p:nvSpPr>
          <p:cNvPr id="15363" name="Segnaposto numero diapositiva 3"/>
          <p:cNvSpPr>
            <a:spLocks noGrp="1"/>
          </p:cNvSpPr>
          <p:nvPr>
            <p:ph type="sldNum" sz="quarter" idx="5"/>
          </p:nvPr>
        </p:nvSpPr>
        <p:spPr bwMode="auto">
          <a:noFill/>
          <a:ln>
            <a:miter lim="800000"/>
            <a:headEnd/>
            <a:tailEnd/>
          </a:ln>
        </p:spPr>
        <p:txBody>
          <a:bodyPr wrap="square" numCol="1" anchorCtr="0" compatLnSpc="1">
            <a:prstTxWarp prst="textNoShape">
              <a:avLst/>
            </a:prstTxWarp>
          </a:bodyPr>
          <a:lstStyle/>
          <a:p>
            <a:pPr fontAlgn="base">
              <a:spcBef>
                <a:spcPct val="0"/>
              </a:spcBef>
              <a:spcAft>
                <a:spcPct val="0"/>
              </a:spcAft>
            </a:pPr>
            <a:fld id="{63EB2B08-B3EB-40B9-A823-4C48AFCCC362}" type="slidenum">
              <a:rPr lang="it-IT"/>
              <a:pPr fontAlgn="base">
                <a:spcBef>
                  <a:spcPct val="0"/>
                </a:spcBef>
                <a:spcAft>
                  <a:spcPct val="0"/>
                </a:spcAft>
              </a:pPr>
              <a:t>8</a:t>
            </a:fld>
            <a:endParaRPr lang="it-IT"/>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1" name="Segnaposto immagine diapositiva 1"/>
          <p:cNvSpPr>
            <a:spLocks noGrp="1" noRot="1" noChangeAspect="1" noTextEdit="1"/>
          </p:cNvSpPr>
          <p:nvPr>
            <p:ph type="sldImg"/>
          </p:nvPr>
        </p:nvSpPr>
        <p:spPr bwMode="auto">
          <a:noFill/>
          <a:ln>
            <a:solidFill>
              <a:srgbClr val="000000"/>
            </a:solidFill>
            <a:miter lim="800000"/>
            <a:headEnd/>
            <a:tailEnd/>
          </a:ln>
        </p:spPr>
      </p:sp>
      <p:sp>
        <p:nvSpPr>
          <p:cNvPr id="15362" name="Segnaposto note 2"/>
          <p:cNvSpPr>
            <a:spLocks noGrp="1"/>
          </p:cNvSpPr>
          <p:nvPr>
            <p:ph type="body" idx="1"/>
          </p:nvPr>
        </p:nvSpPr>
        <p:spPr bwMode="auto">
          <a:noFill/>
        </p:spPr>
        <p:txBody>
          <a:bodyPr wrap="square" numCol="1" anchor="t" anchorCtr="0" compatLnSpc="1">
            <a:prstTxWarp prst="textNoShape">
              <a:avLst/>
            </a:prstTxWarp>
          </a:bodyPr>
          <a:lstStyle/>
          <a:p>
            <a:pPr>
              <a:spcBef>
                <a:spcPct val="0"/>
              </a:spcBef>
            </a:pPr>
            <a:endParaRPr lang="it-IT"/>
          </a:p>
        </p:txBody>
      </p:sp>
      <p:sp>
        <p:nvSpPr>
          <p:cNvPr id="15363" name="Segnaposto numero diapositiva 3"/>
          <p:cNvSpPr>
            <a:spLocks noGrp="1"/>
          </p:cNvSpPr>
          <p:nvPr>
            <p:ph type="sldNum" sz="quarter" idx="5"/>
          </p:nvPr>
        </p:nvSpPr>
        <p:spPr bwMode="auto">
          <a:noFill/>
          <a:ln>
            <a:miter lim="800000"/>
            <a:headEnd/>
            <a:tailEnd/>
          </a:ln>
        </p:spPr>
        <p:txBody>
          <a:bodyPr wrap="square" numCol="1" anchorCtr="0" compatLnSpc="1">
            <a:prstTxWarp prst="textNoShape">
              <a:avLst/>
            </a:prstTxWarp>
          </a:bodyPr>
          <a:lstStyle/>
          <a:p>
            <a:pPr fontAlgn="base">
              <a:spcBef>
                <a:spcPct val="0"/>
              </a:spcBef>
              <a:spcAft>
                <a:spcPct val="0"/>
              </a:spcAft>
            </a:pPr>
            <a:fld id="{63EB2B08-B3EB-40B9-A823-4C48AFCCC362}" type="slidenum">
              <a:rPr lang="it-IT"/>
              <a:pPr fontAlgn="base">
                <a:spcBef>
                  <a:spcPct val="0"/>
                </a:spcBef>
                <a:spcAft>
                  <a:spcPct val="0"/>
                </a:spcAft>
              </a:pPr>
              <a:t>9</a:t>
            </a:fld>
            <a:endParaRPr lang="it-IT"/>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1" name="Segnaposto immagine diapositiva 1"/>
          <p:cNvSpPr>
            <a:spLocks noGrp="1" noRot="1" noChangeAspect="1" noTextEdit="1"/>
          </p:cNvSpPr>
          <p:nvPr>
            <p:ph type="sldImg"/>
          </p:nvPr>
        </p:nvSpPr>
        <p:spPr bwMode="auto">
          <a:noFill/>
          <a:ln>
            <a:solidFill>
              <a:srgbClr val="000000"/>
            </a:solidFill>
            <a:miter lim="800000"/>
            <a:headEnd/>
            <a:tailEnd/>
          </a:ln>
        </p:spPr>
      </p:sp>
      <p:sp>
        <p:nvSpPr>
          <p:cNvPr id="15362" name="Segnaposto note 2"/>
          <p:cNvSpPr>
            <a:spLocks noGrp="1"/>
          </p:cNvSpPr>
          <p:nvPr>
            <p:ph type="body" idx="1"/>
          </p:nvPr>
        </p:nvSpPr>
        <p:spPr bwMode="auto">
          <a:noFill/>
        </p:spPr>
        <p:txBody>
          <a:bodyPr wrap="square" numCol="1" anchor="t" anchorCtr="0" compatLnSpc="1">
            <a:prstTxWarp prst="textNoShape">
              <a:avLst/>
            </a:prstTxWarp>
          </a:bodyPr>
          <a:lstStyle/>
          <a:p>
            <a:pPr>
              <a:spcBef>
                <a:spcPct val="0"/>
              </a:spcBef>
            </a:pPr>
            <a:endParaRPr lang="it-IT"/>
          </a:p>
        </p:txBody>
      </p:sp>
      <p:sp>
        <p:nvSpPr>
          <p:cNvPr id="15363" name="Segnaposto numero diapositiva 3"/>
          <p:cNvSpPr>
            <a:spLocks noGrp="1"/>
          </p:cNvSpPr>
          <p:nvPr>
            <p:ph type="sldNum" sz="quarter" idx="5"/>
          </p:nvPr>
        </p:nvSpPr>
        <p:spPr bwMode="auto">
          <a:noFill/>
          <a:ln>
            <a:miter lim="800000"/>
            <a:headEnd/>
            <a:tailEnd/>
          </a:ln>
        </p:spPr>
        <p:txBody>
          <a:bodyPr wrap="square" numCol="1" anchorCtr="0" compatLnSpc="1">
            <a:prstTxWarp prst="textNoShape">
              <a:avLst/>
            </a:prstTxWarp>
          </a:bodyPr>
          <a:lstStyle/>
          <a:p>
            <a:pPr fontAlgn="base">
              <a:spcBef>
                <a:spcPct val="0"/>
              </a:spcBef>
              <a:spcAft>
                <a:spcPct val="0"/>
              </a:spcAft>
            </a:pPr>
            <a:fld id="{63EB2B08-B3EB-40B9-A823-4C48AFCCC362}" type="slidenum">
              <a:rPr lang="it-IT"/>
              <a:pPr fontAlgn="base">
                <a:spcBef>
                  <a:spcPct val="0"/>
                </a:spcBef>
                <a:spcAft>
                  <a:spcPct val="0"/>
                </a:spcAft>
              </a:pPr>
              <a:t>10</a:t>
            </a:fld>
            <a:endParaRPr lang="it-IT"/>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1" name="Segnaposto immagine diapositiva 1"/>
          <p:cNvSpPr>
            <a:spLocks noGrp="1" noRot="1" noChangeAspect="1" noTextEdit="1"/>
          </p:cNvSpPr>
          <p:nvPr>
            <p:ph type="sldImg"/>
          </p:nvPr>
        </p:nvSpPr>
        <p:spPr bwMode="auto">
          <a:noFill/>
          <a:ln>
            <a:solidFill>
              <a:srgbClr val="000000"/>
            </a:solidFill>
            <a:miter lim="800000"/>
            <a:headEnd/>
            <a:tailEnd/>
          </a:ln>
        </p:spPr>
      </p:sp>
      <p:sp>
        <p:nvSpPr>
          <p:cNvPr id="15362" name="Segnaposto note 2"/>
          <p:cNvSpPr>
            <a:spLocks noGrp="1"/>
          </p:cNvSpPr>
          <p:nvPr>
            <p:ph type="body" idx="1"/>
          </p:nvPr>
        </p:nvSpPr>
        <p:spPr bwMode="auto">
          <a:noFill/>
        </p:spPr>
        <p:txBody>
          <a:bodyPr wrap="square" numCol="1" anchor="t" anchorCtr="0" compatLnSpc="1">
            <a:prstTxWarp prst="textNoShape">
              <a:avLst/>
            </a:prstTxWarp>
          </a:bodyPr>
          <a:lstStyle/>
          <a:p>
            <a:pPr>
              <a:spcBef>
                <a:spcPct val="0"/>
              </a:spcBef>
            </a:pPr>
            <a:endParaRPr lang="it-IT"/>
          </a:p>
        </p:txBody>
      </p:sp>
      <p:sp>
        <p:nvSpPr>
          <p:cNvPr id="15363" name="Segnaposto numero diapositiva 3"/>
          <p:cNvSpPr>
            <a:spLocks noGrp="1"/>
          </p:cNvSpPr>
          <p:nvPr>
            <p:ph type="sldNum" sz="quarter" idx="5"/>
          </p:nvPr>
        </p:nvSpPr>
        <p:spPr bwMode="auto">
          <a:noFill/>
          <a:ln>
            <a:miter lim="800000"/>
            <a:headEnd/>
            <a:tailEnd/>
          </a:ln>
        </p:spPr>
        <p:txBody>
          <a:bodyPr wrap="square" numCol="1" anchorCtr="0" compatLnSpc="1">
            <a:prstTxWarp prst="textNoShape">
              <a:avLst/>
            </a:prstTxWarp>
          </a:bodyPr>
          <a:lstStyle/>
          <a:p>
            <a:pPr fontAlgn="base">
              <a:spcBef>
                <a:spcPct val="0"/>
              </a:spcBef>
              <a:spcAft>
                <a:spcPct val="0"/>
              </a:spcAft>
            </a:pPr>
            <a:fld id="{63EB2B08-B3EB-40B9-A823-4C48AFCCC362}" type="slidenum">
              <a:rPr lang="it-IT"/>
              <a:pPr fontAlgn="base">
                <a:spcBef>
                  <a:spcPct val="0"/>
                </a:spcBef>
                <a:spcAft>
                  <a:spcPct val="0"/>
                </a:spcAft>
              </a:pPr>
              <a:t>11</a:t>
            </a:fld>
            <a:endParaRPr lang="it-IT"/>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1" name="Segnaposto immagine diapositiva 1"/>
          <p:cNvSpPr>
            <a:spLocks noGrp="1" noRot="1" noChangeAspect="1" noTextEdit="1"/>
          </p:cNvSpPr>
          <p:nvPr>
            <p:ph type="sldImg"/>
          </p:nvPr>
        </p:nvSpPr>
        <p:spPr bwMode="auto">
          <a:noFill/>
          <a:ln>
            <a:solidFill>
              <a:srgbClr val="000000"/>
            </a:solidFill>
            <a:miter lim="800000"/>
            <a:headEnd/>
            <a:tailEnd/>
          </a:ln>
        </p:spPr>
      </p:sp>
      <p:sp>
        <p:nvSpPr>
          <p:cNvPr id="15362" name="Segnaposto note 2"/>
          <p:cNvSpPr>
            <a:spLocks noGrp="1"/>
          </p:cNvSpPr>
          <p:nvPr>
            <p:ph type="body" idx="1"/>
          </p:nvPr>
        </p:nvSpPr>
        <p:spPr bwMode="auto">
          <a:noFill/>
        </p:spPr>
        <p:txBody>
          <a:bodyPr wrap="square" numCol="1" anchor="t" anchorCtr="0" compatLnSpc="1">
            <a:prstTxWarp prst="textNoShape">
              <a:avLst/>
            </a:prstTxWarp>
          </a:bodyPr>
          <a:lstStyle/>
          <a:p>
            <a:pPr>
              <a:spcBef>
                <a:spcPct val="0"/>
              </a:spcBef>
            </a:pPr>
            <a:endParaRPr lang="it-IT"/>
          </a:p>
        </p:txBody>
      </p:sp>
      <p:sp>
        <p:nvSpPr>
          <p:cNvPr id="15363" name="Segnaposto numero diapositiva 3"/>
          <p:cNvSpPr>
            <a:spLocks noGrp="1"/>
          </p:cNvSpPr>
          <p:nvPr>
            <p:ph type="sldNum" sz="quarter" idx="5"/>
          </p:nvPr>
        </p:nvSpPr>
        <p:spPr bwMode="auto">
          <a:noFill/>
          <a:ln>
            <a:miter lim="800000"/>
            <a:headEnd/>
            <a:tailEnd/>
          </a:ln>
        </p:spPr>
        <p:txBody>
          <a:bodyPr wrap="square" numCol="1" anchorCtr="0" compatLnSpc="1">
            <a:prstTxWarp prst="textNoShape">
              <a:avLst/>
            </a:prstTxWarp>
          </a:bodyPr>
          <a:lstStyle/>
          <a:p>
            <a:pPr fontAlgn="base">
              <a:spcBef>
                <a:spcPct val="0"/>
              </a:spcBef>
              <a:spcAft>
                <a:spcPct val="0"/>
              </a:spcAft>
            </a:pPr>
            <a:fld id="{63EB2B08-B3EB-40B9-A823-4C48AFCCC362}" type="slidenum">
              <a:rPr lang="it-IT"/>
              <a:pPr fontAlgn="base">
                <a:spcBef>
                  <a:spcPct val="0"/>
                </a:spcBef>
                <a:spcAft>
                  <a:spcPct val="0"/>
                </a:spcAft>
              </a:pPr>
              <a:t>12</a:t>
            </a:fld>
            <a:endParaRPr lang="it-IT"/>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1" name="Segnaposto immagine diapositiva 1"/>
          <p:cNvSpPr>
            <a:spLocks noGrp="1" noRot="1" noChangeAspect="1" noTextEdit="1"/>
          </p:cNvSpPr>
          <p:nvPr>
            <p:ph type="sldImg"/>
          </p:nvPr>
        </p:nvSpPr>
        <p:spPr bwMode="auto">
          <a:noFill/>
          <a:ln>
            <a:solidFill>
              <a:srgbClr val="000000"/>
            </a:solidFill>
            <a:miter lim="800000"/>
            <a:headEnd/>
            <a:tailEnd/>
          </a:ln>
        </p:spPr>
      </p:sp>
      <p:sp>
        <p:nvSpPr>
          <p:cNvPr id="15362" name="Segnaposto note 2"/>
          <p:cNvSpPr>
            <a:spLocks noGrp="1"/>
          </p:cNvSpPr>
          <p:nvPr>
            <p:ph type="body" idx="1"/>
          </p:nvPr>
        </p:nvSpPr>
        <p:spPr bwMode="auto">
          <a:noFill/>
        </p:spPr>
        <p:txBody>
          <a:bodyPr wrap="square" numCol="1" anchor="t" anchorCtr="0" compatLnSpc="1">
            <a:prstTxWarp prst="textNoShape">
              <a:avLst/>
            </a:prstTxWarp>
          </a:bodyPr>
          <a:lstStyle/>
          <a:p>
            <a:pPr>
              <a:spcBef>
                <a:spcPct val="0"/>
              </a:spcBef>
            </a:pPr>
            <a:endParaRPr lang="it-IT"/>
          </a:p>
        </p:txBody>
      </p:sp>
      <p:sp>
        <p:nvSpPr>
          <p:cNvPr id="15363" name="Segnaposto numero diapositiva 3"/>
          <p:cNvSpPr>
            <a:spLocks noGrp="1"/>
          </p:cNvSpPr>
          <p:nvPr>
            <p:ph type="sldNum" sz="quarter" idx="5"/>
          </p:nvPr>
        </p:nvSpPr>
        <p:spPr bwMode="auto">
          <a:noFill/>
          <a:ln>
            <a:miter lim="800000"/>
            <a:headEnd/>
            <a:tailEnd/>
          </a:ln>
        </p:spPr>
        <p:txBody>
          <a:bodyPr wrap="square" numCol="1" anchorCtr="0" compatLnSpc="1">
            <a:prstTxWarp prst="textNoShape">
              <a:avLst/>
            </a:prstTxWarp>
          </a:bodyPr>
          <a:lstStyle/>
          <a:p>
            <a:pPr fontAlgn="base">
              <a:spcBef>
                <a:spcPct val="0"/>
              </a:spcBef>
              <a:spcAft>
                <a:spcPct val="0"/>
              </a:spcAft>
            </a:pPr>
            <a:fld id="{63EB2B08-B3EB-40B9-A823-4C48AFCCC362}" type="slidenum">
              <a:rPr lang="it-IT"/>
              <a:pPr fontAlgn="base">
                <a:spcBef>
                  <a:spcPct val="0"/>
                </a:spcBef>
                <a:spcAft>
                  <a:spcPct val="0"/>
                </a:spcAft>
              </a:pPr>
              <a:t>13</a:t>
            </a:fld>
            <a:endParaRPr lang="it-IT"/>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1" name="Segnaposto immagine diapositiva 1"/>
          <p:cNvSpPr>
            <a:spLocks noGrp="1" noRot="1" noChangeAspect="1" noTextEdit="1"/>
          </p:cNvSpPr>
          <p:nvPr>
            <p:ph type="sldImg"/>
          </p:nvPr>
        </p:nvSpPr>
        <p:spPr bwMode="auto">
          <a:noFill/>
          <a:ln>
            <a:solidFill>
              <a:srgbClr val="000000"/>
            </a:solidFill>
            <a:miter lim="800000"/>
            <a:headEnd/>
            <a:tailEnd/>
          </a:ln>
        </p:spPr>
      </p:sp>
      <p:sp>
        <p:nvSpPr>
          <p:cNvPr id="15362" name="Segnaposto note 2"/>
          <p:cNvSpPr>
            <a:spLocks noGrp="1"/>
          </p:cNvSpPr>
          <p:nvPr>
            <p:ph type="body" idx="1"/>
          </p:nvPr>
        </p:nvSpPr>
        <p:spPr bwMode="auto">
          <a:noFill/>
        </p:spPr>
        <p:txBody>
          <a:bodyPr wrap="square" numCol="1" anchor="t" anchorCtr="0" compatLnSpc="1">
            <a:prstTxWarp prst="textNoShape">
              <a:avLst/>
            </a:prstTxWarp>
          </a:bodyPr>
          <a:lstStyle/>
          <a:p>
            <a:pPr>
              <a:spcBef>
                <a:spcPct val="0"/>
              </a:spcBef>
            </a:pPr>
            <a:endParaRPr lang="it-IT"/>
          </a:p>
        </p:txBody>
      </p:sp>
      <p:sp>
        <p:nvSpPr>
          <p:cNvPr id="15363" name="Segnaposto numero diapositiva 3"/>
          <p:cNvSpPr>
            <a:spLocks noGrp="1"/>
          </p:cNvSpPr>
          <p:nvPr>
            <p:ph type="sldNum" sz="quarter" idx="5"/>
          </p:nvPr>
        </p:nvSpPr>
        <p:spPr bwMode="auto">
          <a:noFill/>
          <a:ln>
            <a:miter lim="800000"/>
            <a:headEnd/>
            <a:tailEnd/>
          </a:ln>
        </p:spPr>
        <p:txBody>
          <a:bodyPr wrap="square" numCol="1" anchorCtr="0" compatLnSpc="1">
            <a:prstTxWarp prst="textNoShape">
              <a:avLst/>
            </a:prstTxWarp>
          </a:bodyPr>
          <a:lstStyle/>
          <a:p>
            <a:pPr fontAlgn="base">
              <a:spcBef>
                <a:spcPct val="0"/>
              </a:spcBef>
              <a:spcAft>
                <a:spcPct val="0"/>
              </a:spcAft>
            </a:pPr>
            <a:fld id="{63EB2B08-B3EB-40B9-A823-4C48AFCCC362}" type="slidenum">
              <a:rPr lang="it-IT"/>
              <a:pPr fontAlgn="base">
                <a:spcBef>
                  <a:spcPct val="0"/>
                </a:spcBef>
                <a:spcAft>
                  <a:spcPct val="0"/>
                </a:spcAft>
              </a:pPr>
              <a:t>14</a:t>
            </a:fld>
            <a:endParaRPr lang="it-IT"/>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1" name="Segnaposto immagine diapositiva 1"/>
          <p:cNvSpPr>
            <a:spLocks noGrp="1" noRot="1" noChangeAspect="1" noTextEdit="1"/>
          </p:cNvSpPr>
          <p:nvPr>
            <p:ph type="sldImg"/>
          </p:nvPr>
        </p:nvSpPr>
        <p:spPr bwMode="auto">
          <a:noFill/>
          <a:ln>
            <a:solidFill>
              <a:srgbClr val="000000"/>
            </a:solidFill>
            <a:miter lim="800000"/>
            <a:headEnd/>
            <a:tailEnd/>
          </a:ln>
        </p:spPr>
      </p:sp>
      <p:sp>
        <p:nvSpPr>
          <p:cNvPr id="15362" name="Segnaposto note 2"/>
          <p:cNvSpPr>
            <a:spLocks noGrp="1"/>
          </p:cNvSpPr>
          <p:nvPr>
            <p:ph type="body" idx="1"/>
          </p:nvPr>
        </p:nvSpPr>
        <p:spPr bwMode="auto">
          <a:noFill/>
        </p:spPr>
        <p:txBody>
          <a:bodyPr wrap="square" numCol="1" anchor="t" anchorCtr="0" compatLnSpc="1">
            <a:prstTxWarp prst="textNoShape">
              <a:avLst/>
            </a:prstTxWarp>
          </a:bodyPr>
          <a:lstStyle/>
          <a:p>
            <a:pPr>
              <a:spcBef>
                <a:spcPct val="0"/>
              </a:spcBef>
            </a:pPr>
            <a:endParaRPr lang="it-IT"/>
          </a:p>
        </p:txBody>
      </p:sp>
      <p:sp>
        <p:nvSpPr>
          <p:cNvPr id="15363" name="Segnaposto numero diapositiva 3"/>
          <p:cNvSpPr>
            <a:spLocks noGrp="1"/>
          </p:cNvSpPr>
          <p:nvPr>
            <p:ph type="sldNum" sz="quarter" idx="5"/>
          </p:nvPr>
        </p:nvSpPr>
        <p:spPr bwMode="auto">
          <a:noFill/>
          <a:ln>
            <a:miter lim="800000"/>
            <a:headEnd/>
            <a:tailEnd/>
          </a:ln>
        </p:spPr>
        <p:txBody>
          <a:bodyPr wrap="square" numCol="1" anchorCtr="0" compatLnSpc="1">
            <a:prstTxWarp prst="textNoShape">
              <a:avLst/>
            </a:prstTxWarp>
          </a:bodyPr>
          <a:lstStyle/>
          <a:p>
            <a:pPr fontAlgn="base">
              <a:spcBef>
                <a:spcPct val="0"/>
              </a:spcBef>
              <a:spcAft>
                <a:spcPct val="0"/>
              </a:spcAft>
            </a:pPr>
            <a:fld id="{63EB2B08-B3EB-40B9-A823-4C48AFCCC362}" type="slidenum">
              <a:rPr lang="it-IT"/>
              <a:pPr fontAlgn="base">
                <a:spcBef>
                  <a:spcPct val="0"/>
                </a:spcBef>
                <a:spcAft>
                  <a:spcPct val="0"/>
                </a:spcAft>
              </a:pPr>
              <a:t>15</a:t>
            </a:fld>
            <a:endParaRPr lang="it-IT"/>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1" name="Segnaposto immagine diapositiva 1"/>
          <p:cNvSpPr>
            <a:spLocks noGrp="1" noRot="1" noChangeAspect="1" noTextEdit="1"/>
          </p:cNvSpPr>
          <p:nvPr>
            <p:ph type="sldImg"/>
          </p:nvPr>
        </p:nvSpPr>
        <p:spPr bwMode="auto">
          <a:noFill/>
          <a:ln>
            <a:solidFill>
              <a:srgbClr val="000000"/>
            </a:solidFill>
            <a:miter lim="800000"/>
            <a:headEnd/>
            <a:tailEnd/>
          </a:ln>
        </p:spPr>
      </p:sp>
      <p:sp>
        <p:nvSpPr>
          <p:cNvPr id="15362" name="Segnaposto note 2"/>
          <p:cNvSpPr>
            <a:spLocks noGrp="1"/>
          </p:cNvSpPr>
          <p:nvPr>
            <p:ph type="body" idx="1"/>
          </p:nvPr>
        </p:nvSpPr>
        <p:spPr bwMode="auto">
          <a:noFill/>
        </p:spPr>
        <p:txBody>
          <a:bodyPr wrap="square" numCol="1" anchor="t" anchorCtr="0" compatLnSpc="1">
            <a:prstTxWarp prst="textNoShape">
              <a:avLst/>
            </a:prstTxWarp>
          </a:bodyPr>
          <a:lstStyle/>
          <a:p>
            <a:pPr>
              <a:spcBef>
                <a:spcPct val="0"/>
              </a:spcBef>
            </a:pPr>
            <a:endParaRPr lang="it-IT"/>
          </a:p>
        </p:txBody>
      </p:sp>
      <p:sp>
        <p:nvSpPr>
          <p:cNvPr id="15363" name="Segnaposto numero diapositiva 3"/>
          <p:cNvSpPr>
            <a:spLocks noGrp="1"/>
          </p:cNvSpPr>
          <p:nvPr>
            <p:ph type="sldNum" sz="quarter" idx="5"/>
          </p:nvPr>
        </p:nvSpPr>
        <p:spPr bwMode="auto">
          <a:noFill/>
          <a:ln>
            <a:miter lim="800000"/>
            <a:headEnd/>
            <a:tailEnd/>
          </a:ln>
        </p:spPr>
        <p:txBody>
          <a:bodyPr wrap="square" numCol="1" anchorCtr="0" compatLnSpc="1">
            <a:prstTxWarp prst="textNoShape">
              <a:avLst/>
            </a:prstTxWarp>
          </a:bodyPr>
          <a:lstStyle/>
          <a:p>
            <a:pPr fontAlgn="base">
              <a:spcBef>
                <a:spcPct val="0"/>
              </a:spcBef>
              <a:spcAft>
                <a:spcPct val="0"/>
              </a:spcAft>
            </a:pPr>
            <a:fld id="{63EB2B08-B3EB-40B9-A823-4C48AFCCC362}" type="slidenum">
              <a:rPr lang="it-IT"/>
              <a:pPr fontAlgn="base">
                <a:spcBef>
                  <a:spcPct val="0"/>
                </a:spcBef>
                <a:spcAft>
                  <a:spcPct val="0"/>
                </a:spcAft>
              </a:pPr>
              <a:t>16</a:t>
            </a:fld>
            <a:endParaRPr lang="it-IT"/>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1" name="Segnaposto immagine diapositiva 1"/>
          <p:cNvSpPr>
            <a:spLocks noGrp="1" noRot="1" noChangeAspect="1" noTextEdit="1"/>
          </p:cNvSpPr>
          <p:nvPr>
            <p:ph type="sldImg"/>
          </p:nvPr>
        </p:nvSpPr>
        <p:spPr bwMode="auto">
          <a:noFill/>
          <a:ln>
            <a:solidFill>
              <a:srgbClr val="000000"/>
            </a:solidFill>
            <a:miter lim="800000"/>
            <a:headEnd/>
            <a:tailEnd/>
          </a:ln>
        </p:spPr>
      </p:sp>
      <p:sp>
        <p:nvSpPr>
          <p:cNvPr id="15362" name="Segnaposto note 2"/>
          <p:cNvSpPr>
            <a:spLocks noGrp="1"/>
          </p:cNvSpPr>
          <p:nvPr>
            <p:ph type="body" idx="1"/>
          </p:nvPr>
        </p:nvSpPr>
        <p:spPr bwMode="auto">
          <a:noFill/>
        </p:spPr>
        <p:txBody>
          <a:bodyPr wrap="square" numCol="1" anchor="t" anchorCtr="0" compatLnSpc="1">
            <a:prstTxWarp prst="textNoShape">
              <a:avLst/>
            </a:prstTxWarp>
          </a:bodyPr>
          <a:lstStyle/>
          <a:p>
            <a:pPr>
              <a:spcBef>
                <a:spcPct val="0"/>
              </a:spcBef>
            </a:pPr>
            <a:endParaRPr lang="it-IT"/>
          </a:p>
        </p:txBody>
      </p:sp>
      <p:sp>
        <p:nvSpPr>
          <p:cNvPr id="15363" name="Segnaposto numero diapositiva 3"/>
          <p:cNvSpPr>
            <a:spLocks noGrp="1"/>
          </p:cNvSpPr>
          <p:nvPr>
            <p:ph type="sldNum" sz="quarter" idx="5"/>
          </p:nvPr>
        </p:nvSpPr>
        <p:spPr bwMode="auto">
          <a:noFill/>
          <a:ln>
            <a:miter lim="800000"/>
            <a:headEnd/>
            <a:tailEnd/>
          </a:ln>
        </p:spPr>
        <p:txBody>
          <a:bodyPr wrap="square" numCol="1" anchorCtr="0" compatLnSpc="1">
            <a:prstTxWarp prst="textNoShape">
              <a:avLst/>
            </a:prstTxWarp>
          </a:bodyPr>
          <a:lstStyle/>
          <a:p>
            <a:pPr fontAlgn="base">
              <a:spcBef>
                <a:spcPct val="0"/>
              </a:spcBef>
              <a:spcAft>
                <a:spcPct val="0"/>
              </a:spcAft>
            </a:pPr>
            <a:fld id="{63EB2B08-B3EB-40B9-A823-4C48AFCCC362}" type="slidenum">
              <a:rPr lang="it-IT"/>
              <a:pPr fontAlgn="base">
                <a:spcBef>
                  <a:spcPct val="0"/>
                </a:spcBef>
                <a:spcAft>
                  <a:spcPct val="0"/>
                </a:spcAft>
              </a:pPr>
              <a:t>17</a:t>
            </a:fld>
            <a:endParaRPr lang="it-IT"/>
          </a:p>
        </p:txBody>
      </p:sp>
    </p:spTree>
    <p:extLst>
      <p:ext uri="{BB962C8B-B14F-4D97-AF65-F5344CB8AC3E}">
        <p14:creationId xmlns:p14="http://schemas.microsoft.com/office/powerpoint/2010/main" xmlns="" val="417173712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titolo">
    <p:spTree>
      <p:nvGrpSpPr>
        <p:cNvPr id="1" name=""/>
        <p:cNvGrpSpPr/>
        <p:nvPr/>
      </p:nvGrpSpPr>
      <p:grpSpPr>
        <a:xfrm>
          <a:off x="0" y="0"/>
          <a:ext cx="0" cy="0"/>
          <a:chOff x="0" y="0"/>
          <a:chExt cx="0" cy="0"/>
        </a:xfrm>
      </p:grpSpPr>
      <p:sp>
        <p:nvSpPr>
          <p:cNvPr id="2" name="Titolo 1"/>
          <p:cNvSpPr>
            <a:spLocks noGrp="1"/>
          </p:cNvSpPr>
          <p:nvPr>
            <p:ph type="ctrTitle"/>
          </p:nvPr>
        </p:nvSpPr>
        <p:spPr>
          <a:xfrm>
            <a:off x="685800" y="2130425"/>
            <a:ext cx="7772400" cy="1470025"/>
          </a:xfrm>
        </p:spPr>
        <p:txBody>
          <a:bodyPr/>
          <a:lstStyle/>
          <a:p>
            <a:r>
              <a:rPr lang="it-IT" smtClean="0"/>
              <a:t>Fare clic per modificare lo stile del titolo</a:t>
            </a:r>
            <a:endParaRPr lang="it-IT"/>
          </a:p>
        </p:txBody>
      </p:sp>
      <p:sp>
        <p:nvSpPr>
          <p:cNvPr id="3" name="Sottotitolo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it-IT" smtClean="0"/>
              <a:t>Fare clic per modificare lo stile del sottotitolo dello schema</a:t>
            </a:r>
            <a:endParaRPr lang="it-IT"/>
          </a:p>
        </p:txBody>
      </p:sp>
      <p:sp>
        <p:nvSpPr>
          <p:cNvPr id="4" name="Segnaposto data 3"/>
          <p:cNvSpPr>
            <a:spLocks noGrp="1"/>
          </p:cNvSpPr>
          <p:nvPr>
            <p:ph type="dt" sz="half" idx="10"/>
          </p:nvPr>
        </p:nvSpPr>
        <p:spPr/>
        <p:txBody>
          <a:bodyPr/>
          <a:lstStyle/>
          <a:p>
            <a:fld id="{D497680B-DD98-46B3-8609-4D0790A802EE}" type="datetimeFigureOut">
              <a:rPr lang="it-IT" smtClean="0"/>
              <a:pPr/>
              <a:t>14/09/2023</a:t>
            </a:fld>
            <a:endParaRPr lang="it-IT"/>
          </a:p>
        </p:txBody>
      </p:sp>
      <p:sp>
        <p:nvSpPr>
          <p:cNvPr id="5" name="Segnaposto piè di pagina 4"/>
          <p:cNvSpPr>
            <a:spLocks noGrp="1"/>
          </p:cNvSpPr>
          <p:nvPr>
            <p:ph type="ftr" sz="quarter" idx="11"/>
          </p:nvPr>
        </p:nvSpPr>
        <p:spPr/>
        <p:txBody>
          <a:bodyPr/>
          <a:lstStyle/>
          <a:p>
            <a:endParaRPr lang="it-IT"/>
          </a:p>
        </p:txBody>
      </p:sp>
      <p:sp>
        <p:nvSpPr>
          <p:cNvPr id="6" name="Segnaposto numero diapositiva 5"/>
          <p:cNvSpPr>
            <a:spLocks noGrp="1"/>
          </p:cNvSpPr>
          <p:nvPr>
            <p:ph type="sldNum" sz="quarter" idx="12"/>
          </p:nvPr>
        </p:nvSpPr>
        <p:spPr/>
        <p:txBody>
          <a:bodyPr/>
          <a:lstStyle/>
          <a:p>
            <a:fld id="{B2F1C73F-3EB0-4A7F-B653-811ACEA8C349}" type="slidenum">
              <a:rPr lang="it-IT" smtClean="0"/>
              <a:pPr/>
              <a:t>‹N›</a:t>
            </a:fld>
            <a:endParaRPr lang="it-IT"/>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olo e contenuto">
    <p:spTree>
      <p:nvGrpSpPr>
        <p:cNvPr id="1" name=""/>
        <p:cNvGrpSpPr/>
        <p:nvPr/>
      </p:nvGrpSpPr>
      <p:grpSpPr>
        <a:xfrm>
          <a:off x="0" y="0"/>
          <a:ext cx="0" cy="0"/>
          <a:chOff x="0" y="0"/>
          <a:chExt cx="0" cy="0"/>
        </a:xfrm>
      </p:grpSpPr>
      <p:sp>
        <p:nvSpPr>
          <p:cNvPr id="2" name="Titolo 1"/>
          <p:cNvSpPr>
            <a:spLocks noGrp="1"/>
          </p:cNvSpPr>
          <p:nvPr>
            <p:ph type="title"/>
          </p:nvPr>
        </p:nvSpPr>
        <p:spPr/>
        <p:txBody>
          <a:bodyPr/>
          <a:lstStyle/>
          <a:p>
            <a:r>
              <a:rPr lang="it-IT" smtClean="0"/>
              <a:t>Fare clic per modificare lo stile del titolo</a:t>
            </a:r>
            <a:endParaRPr lang="it-IT"/>
          </a:p>
        </p:txBody>
      </p:sp>
      <p:sp>
        <p:nvSpPr>
          <p:cNvPr id="3" name="Segnaposto contenuto 2"/>
          <p:cNvSpPr>
            <a:spLocks noGrp="1"/>
          </p:cNvSpPr>
          <p:nvPr>
            <p:ph idx="1"/>
          </p:nvPr>
        </p:nvSpPr>
        <p:spPr/>
        <p:txBody>
          <a:bodyPr/>
          <a:lstStyle/>
          <a:p>
            <a:pPr lvl="0"/>
            <a:r>
              <a:rPr lang="it-IT" smtClean="0"/>
              <a:t>Fare clic per modificare stili del testo dello schema</a:t>
            </a:r>
          </a:p>
          <a:p>
            <a:pPr lvl="1"/>
            <a:r>
              <a:rPr lang="it-IT" smtClean="0"/>
              <a:t>Secondo livello</a:t>
            </a:r>
          </a:p>
          <a:p>
            <a:pPr lvl="2"/>
            <a:r>
              <a:rPr lang="it-IT" smtClean="0"/>
              <a:t>Terzo livello</a:t>
            </a:r>
          </a:p>
          <a:p>
            <a:pPr lvl="3"/>
            <a:r>
              <a:rPr lang="it-IT" smtClean="0"/>
              <a:t>Quarto livello</a:t>
            </a:r>
          </a:p>
          <a:p>
            <a:pPr lvl="4"/>
            <a:r>
              <a:rPr lang="it-IT" smtClean="0"/>
              <a:t>Quinto livello</a:t>
            </a:r>
            <a:endParaRPr lang="it-IT"/>
          </a:p>
        </p:txBody>
      </p:sp>
      <p:sp>
        <p:nvSpPr>
          <p:cNvPr id="4" name="Segnaposto data 3"/>
          <p:cNvSpPr>
            <a:spLocks noGrp="1"/>
          </p:cNvSpPr>
          <p:nvPr>
            <p:ph type="dt" sz="half" idx="10"/>
          </p:nvPr>
        </p:nvSpPr>
        <p:spPr/>
        <p:txBody>
          <a:bodyPr/>
          <a:lstStyle/>
          <a:p>
            <a:fld id="{D497680B-DD98-46B3-8609-4D0790A802EE}" type="datetimeFigureOut">
              <a:rPr lang="it-IT" smtClean="0"/>
              <a:pPr/>
              <a:t>14/09/2023</a:t>
            </a:fld>
            <a:endParaRPr lang="it-IT"/>
          </a:p>
        </p:txBody>
      </p:sp>
      <p:sp>
        <p:nvSpPr>
          <p:cNvPr id="5" name="Segnaposto piè di pagina 4"/>
          <p:cNvSpPr>
            <a:spLocks noGrp="1"/>
          </p:cNvSpPr>
          <p:nvPr>
            <p:ph type="ftr" sz="quarter" idx="11"/>
          </p:nvPr>
        </p:nvSpPr>
        <p:spPr/>
        <p:txBody>
          <a:bodyPr/>
          <a:lstStyle/>
          <a:p>
            <a:endParaRPr lang="it-IT"/>
          </a:p>
        </p:txBody>
      </p:sp>
      <p:sp>
        <p:nvSpPr>
          <p:cNvPr id="6" name="Segnaposto numero diapositiva 5"/>
          <p:cNvSpPr>
            <a:spLocks noGrp="1"/>
          </p:cNvSpPr>
          <p:nvPr>
            <p:ph type="sldNum" sz="quarter" idx="12"/>
          </p:nvPr>
        </p:nvSpPr>
        <p:spPr/>
        <p:txBody>
          <a:bodyPr/>
          <a:lstStyle/>
          <a:p>
            <a:fld id="{B2F1C73F-3EB0-4A7F-B653-811ACEA8C349}" type="slidenum">
              <a:rPr lang="it-IT" smtClean="0"/>
              <a:pPr/>
              <a:t>‹N›</a:t>
            </a:fld>
            <a:endParaRPr lang="it-IT"/>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Intestazione sezione">
    <p:spTree>
      <p:nvGrpSpPr>
        <p:cNvPr id="1" name=""/>
        <p:cNvGrpSpPr/>
        <p:nvPr/>
      </p:nvGrpSpPr>
      <p:grpSpPr>
        <a:xfrm>
          <a:off x="0" y="0"/>
          <a:ext cx="0" cy="0"/>
          <a:chOff x="0" y="0"/>
          <a:chExt cx="0" cy="0"/>
        </a:xfrm>
      </p:grpSpPr>
      <p:sp>
        <p:nvSpPr>
          <p:cNvPr id="2" name="Titolo 1"/>
          <p:cNvSpPr>
            <a:spLocks noGrp="1"/>
          </p:cNvSpPr>
          <p:nvPr>
            <p:ph type="title"/>
          </p:nvPr>
        </p:nvSpPr>
        <p:spPr>
          <a:xfrm>
            <a:off x="722313" y="4406900"/>
            <a:ext cx="7772400" cy="1362075"/>
          </a:xfrm>
        </p:spPr>
        <p:txBody>
          <a:bodyPr anchor="t"/>
          <a:lstStyle>
            <a:lvl1pPr algn="l">
              <a:defRPr sz="4000" b="1" cap="all"/>
            </a:lvl1pPr>
          </a:lstStyle>
          <a:p>
            <a:r>
              <a:rPr lang="it-IT" smtClean="0"/>
              <a:t>Fare clic per modificare lo stile del titolo</a:t>
            </a:r>
            <a:endParaRPr lang="it-IT"/>
          </a:p>
        </p:txBody>
      </p:sp>
      <p:sp>
        <p:nvSpPr>
          <p:cNvPr id="3" name="Segnaposto testo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it-IT" smtClean="0"/>
              <a:t>Fare clic per modificare stili del testo dello schema</a:t>
            </a:r>
          </a:p>
        </p:txBody>
      </p:sp>
      <p:sp>
        <p:nvSpPr>
          <p:cNvPr id="4" name="Segnaposto data 3"/>
          <p:cNvSpPr>
            <a:spLocks noGrp="1"/>
          </p:cNvSpPr>
          <p:nvPr>
            <p:ph type="dt" sz="half" idx="10"/>
          </p:nvPr>
        </p:nvSpPr>
        <p:spPr/>
        <p:txBody>
          <a:bodyPr/>
          <a:lstStyle/>
          <a:p>
            <a:fld id="{D497680B-DD98-46B3-8609-4D0790A802EE}" type="datetimeFigureOut">
              <a:rPr lang="it-IT" smtClean="0"/>
              <a:pPr/>
              <a:t>14/09/2023</a:t>
            </a:fld>
            <a:endParaRPr lang="it-IT"/>
          </a:p>
        </p:txBody>
      </p:sp>
      <p:sp>
        <p:nvSpPr>
          <p:cNvPr id="5" name="Segnaposto piè di pagina 4"/>
          <p:cNvSpPr>
            <a:spLocks noGrp="1"/>
          </p:cNvSpPr>
          <p:nvPr>
            <p:ph type="ftr" sz="quarter" idx="11"/>
          </p:nvPr>
        </p:nvSpPr>
        <p:spPr/>
        <p:txBody>
          <a:bodyPr/>
          <a:lstStyle/>
          <a:p>
            <a:endParaRPr lang="it-IT"/>
          </a:p>
        </p:txBody>
      </p:sp>
      <p:sp>
        <p:nvSpPr>
          <p:cNvPr id="6" name="Segnaposto numero diapositiva 5"/>
          <p:cNvSpPr>
            <a:spLocks noGrp="1"/>
          </p:cNvSpPr>
          <p:nvPr>
            <p:ph type="sldNum" sz="quarter" idx="12"/>
          </p:nvPr>
        </p:nvSpPr>
        <p:spPr/>
        <p:txBody>
          <a:bodyPr/>
          <a:lstStyle/>
          <a:p>
            <a:fld id="{B2F1C73F-3EB0-4A7F-B653-811ACEA8C349}" type="slidenum">
              <a:rPr lang="it-IT" smtClean="0"/>
              <a:pPr/>
              <a:t>‹N›</a:t>
            </a:fld>
            <a:endParaRPr lang="it-IT"/>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ue contenuti">
    <p:spTree>
      <p:nvGrpSpPr>
        <p:cNvPr id="1" name=""/>
        <p:cNvGrpSpPr/>
        <p:nvPr/>
      </p:nvGrpSpPr>
      <p:grpSpPr>
        <a:xfrm>
          <a:off x="0" y="0"/>
          <a:ext cx="0" cy="0"/>
          <a:chOff x="0" y="0"/>
          <a:chExt cx="0" cy="0"/>
        </a:xfrm>
      </p:grpSpPr>
      <p:sp>
        <p:nvSpPr>
          <p:cNvPr id="2" name="Titolo 1"/>
          <p:cNvSpPr>
            <a:spLocks noGrp="1"/>
          </p:cNvSpPr>
          <p:nvPr>
            <p:ph type="title"/>
          </p:nvPr>
        </p:nvSpPr>
        <p:spPr/>
        <p:txBody>
          <a:bodyPr/>
          <a:lstStyle/>
          <a:p>
            <a:r>
              <a:rPr lang="it-IT" smtClean="0"/>
              <a:t>Fare clic per modificare lo stile del titolo</a:t>
            </a:r>
            <a:endParaRPr lang="it-IT"/>
          </a:p>
        </p:txBody>
      </p:sp>
      <p:sp>
        <p:nvSpPr>
          <p:cNvPr id="3" name="Segnaposto contenuto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it-IT" smtClean="0"/>
              <a:t>Fare clic per modificare stili del testo dello schema</a:t>
            </a:r>
          </a:p>
          <a:p>
            <a:pPr lvl="1"/>
            <a:r>
              <a:rPr lang="it-IT" smtClean="0"/>
              <a:t>Secondo livello</a:t>
            </a:r>
          </a:p>
          <a:p>
            <a:pPr lvl="2"/>
            <a:r>
              <a:rPr lang="it-IT" smtClean="0"/>
              <a:t>Terzo livello</a:t>
            </a:r>
          </a:p>
          <a:p>
            <a:pPr lvl="3"/>
            <a:r>
              <a:rPr lang="it-IT" smtClean="0"/>
              <a:t>Quarto livello</a:t>
            </a:r>
          </a:p>
          <a:p>
            <a:pPr lvl="4"/>
            <a:r>
              <a:rPr lang="it-IT" smtClean="0"/>
              <a:t>Quinto livello</a:t>
            </a:r>
            <a:endParaRPr lang="it-IT"/>
          </a:p>
        </p:txBody>
      </p:sp>
      <p:sp>
        <p:nvSpPr>
          <p:cNvPr id="4" name="Segnaposto contenuto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it-IT" smtClean="0"/>
              <a:t>Fare clic per modificare stili del testo dello schema</a:t>
            </a:r>
          </a:p>
          <a:p>
            <a:pPr lvl="1"/>
            <a:r>
              <a:rPr lang="it-IT" smtClean="0"/>
              <a:t>Secondo livello</a:t>
            </a:r>
          </a:p>
          <a:p>
            <a:pPr lvl="2"/>
            <a:r>
              <a:rPr lang="it-IT" smtClean="0"/>
              <a:t>Terzo livello</a:t>
            </a:r>
          </a:p>
          <a:p>
            <a:pPr lvl="3"/>
            <a:r>
              <a:rPr lang="it-IT" smtClean="0"/>
              <a:t>Quarto livello</a:t>
            </a:r>
          </a:p>
          <a:p>
            <a:pPr lvl="4"/>
            <a:r>
              <a:rPr lang="it-IT" smtClean="0"/>
              <a:t>Quinto livello</a:t>
            </a:r>
            <a:endParaRPr lang="it-IT"/>
          </a:p>
        </p:txBody>
      </p:sp>
      <p:sp>
        <p:nvSpPr>
          <p:cNvPr id="5" name="Segnaposto data 4"/>
          <p:cNvSpPr>
            <a:spLocks noGrp="1"/>
          </p:cNvSpPr>
          <p:nvPr>
            <p:ph type="dt" sz="half" idx="10"/>
          </p:nvPr>
        </p:nvSpPr>
        <p:spPr/>
        <p:txBody>
          <a:bodyPr/>
          <a:lstStyle/>
          <a:p>
            <a:fld id="{D497680B-DD98-46B3-8609-4D0790A802EE}" type="datetimeFigureOut">
              <a:rPr lang="it-IT" smtClean="0"/>
              <a:pPr/>
              <a:t>14/09/2023</a:t>
            </a:fld>
            <a:endParaRPr lang="it-IT"/>
          </a:p>
        </p:txBody>
      </p:sp>
      <p:sp>
        <p:nvSpPr>
          <p:cNvPr id="6" name="Segnaposto piè di pagina 5"/>
          <p:cNvSpPr>
            <a:spLocks noGrp="1"/>
          </p:cNvSpPr>
          <p:nvPr>
            <p:ph type="ftr" sz="quarter" idx="11"/>
          </p:nvPr>
        </p:nvSpPr>
        <p:spPr/>
        <p:txBody>
          <a:bodyPr/>
          <a:lstStyle/>
          <a:p>
            <a:endParaRPr lang="it-IT"/>
          </a:p>
        </p:txBody>
      </p:sp>
      <p:sp>
        <p:nvSpPr>
          <p:cNvPr id="7" name="Segnaposto numero diapositiva 6"/>
          <p:cNvSpPr>
            <a:spLocks noGrp="1"/>
          </p:cNvSpPr>
          <p:nvPr>
            <p:ph type="sldNum" sz="quarter" idx="12"/>
          </p:nvPr>
        </p:nvSpPr>
        <p:spPr/>
        <p:txBody>
          <a:bodyPr/>
          <a:lstStyle/>
          <a:p>
            <a:fld id="{B2F1C73F-3EB0-4A7F-B653-811ACEA8C349}" type="slidenum">
              <a:rPr lang="it-IT" smtClean="0"/>
              <a:pPr/>
              <a:t>‹N›</a:t>
            </a:fld>
            <a:endParaRPr lang="it-IT"/>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nfronto">
    <p:spTree>
      <p:nvGrpSpPr>
        <p:cNvPr id="1" name=""/>
        <p:cNvGrpSpPr/>
        <p:nvPr/>
      </p:nvGrpSpPr>
      <p:grpSpPr>
        <a:xfrm>
          <a:off x="0" y="0"/>
          <a:ext cx="0" cy="0"/>
          <a:chOff x="0" y="0"/>
          <a:chExt cx="0" cy="0"/>
        </a:xfrm>
      </p:grpSpPr>
      <p:sp>
        <p:nvSpPr>
          <p:cNvPr id="2" name="Titolo 1"/>
          <p:cNvSpPr>
            <a:spLocks noGrp="1"/>
          </p:cNvSpPr>
          <p:nvPr>
            <p:ph type="title"/>
          </p:nvPr>
        </p:nvSpPr>
        <p:spPr/>
        <p:txBody>
          <a:bodyPr/>
          <a:lstStyle>
            <a:lvl1pPr>
              <a:defRPr/>
            </a:lvl1pPr>
          </a:lstStyle>
          <a:p>
            <a:r>
              <a:rPr lang="it-IT" smtClean="0"/>
              <a:t>Fare clic per modificare lo stile del titolo</a:t>
            </a:r>
            <a:endParaRPr lang="it-IT"/>
          </a:p>
        </p:txBody>
      </p:sp>
      <p:sp>
        <p:nvSpPr>
          <p:cNvPr id="3" name="Segnaposto testo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it-IT" smtClean="0"/>
              <a:t>Fare clic per modificare stili del testo dello schema</a:t>
            </a:r>
          </a:p>
        </p:txBody>
      </p:sp>
      <p:sp>
        <p:nvSpPr>
          <p:cNvPr id="4" name="Segnaposto contenuto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it-IT" smtClean="0"/>
              <a:t>Fare clic per modificare stili del testo dello schema</a:t>
            </a:r>
          </a:p>
          <a:p>
            <a:pPr lvl="1"/>
            <a:r>
              <a:rPr lang="it-IT" smtClean="0"/>
              <a:t>Secondo livello</a:t>
            </a:r>
          </a:p>
          <a:p>
            <a:pPr lvl="2"/>
            <a:r>
              <a:rPr lang="it-IT" smtClean="0"/>
              <a:t>Terzo livello</a:t>
            </a:r>
          </a:p>
          <a:p>
            <a:pPr lvl="3"/>
            <a:r>
              <a:rPr lang="it-IT" smtClean="0"/>
              <a:t>Quarto livello</a:t>
            </a:r>
          </a:p>
          <a:p>
            <a:pPr lvl="4"/>
            <a:r>
              <a:rPr lang="it-IT" smtClean="0"/>
              <a:t>Quinto livello</a:t>
            </a:r>
            <a:endParaRPr lang="it-IT"/>
          </a:p>
        </p:txBody>
      </p:sp>
      <p:sp>
        <p:nvSpPr>
          <p:cNvPr id="5" name="Segnaposto testo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it-IT" smtClean="0"/>
              <a:t>Fare clic per modificare stili del testo dello schema</a:t>
            </a:r>
          </a:p>
        </p:txBody>
      </p:sp>
      <p:sp>
        <p:nvSpPr>
          <p:cNvPr id="6" name="Segnaposto contenuto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it-IT" smtClean="0"/>
              <a:t>Fare clic per modificare stili del testo dello schema</a:t>
            </a:r>
          </a:p>
          <a:p>
            <a:pPr lvl="1"/>
            <a:r>
              <a:rPr lang="it-IT" smtClean="0"/>
              <a:t>Secondo livello</a:t>
            </a:r>
          </a:p>
          <a:p>
            <a:pPr lvl="2"/>
            <a:r>
              <a:rPr lang="it-IT" smtClean="0"/>
              <a:t>Terzo livello</a:t>
            </a:r>
          </a:p>
          <a:p>
            <a:pPr lvl="3"/>
            <a:r>
              <a:rPr lang="it-IT" smtClean="0"/>
              <a:t>Quarto livello</a:t>
            </a:r>
          </a:p>
          <a:p>
            <a:pPr lvl="4"/>
            <a:r>
              <a:rPr lang="it-IT" smtClean="0"/>
              <a:t>Quinto livello</a:t>
            </a:r>
            <a:endParaRPr lang="it-IT"/>
          </a:p>
        </p:txBody>
      </p:sp>
      <p:sp>
        <p:nvSpPr>
          <p:cNvPr id="7" name="Segnaposto data 6"/>
          <p:cNvSpPr>
            <a:spLocks noGrp="1"/>
          </p:cNvSpPr>
          <p:nvPr>
            <p:ph type="dt" sz="half" idx="10"/>
          </p:nvPr>
        </p:nvSpPr>
        <p:spPr/>
        <p:txBody>
          <a:bodyPr/>
          <a:lstStyle/>
          <a:p>
            <a:fld id="{D497680B-DD98-46B3-8609-4D0790A802EE}" type="datetimeFigureOut">
              <a:rPr lang="it-IT" smtClean="0"/>
              <a:pPr/>
              <a:t>14/09/2023</a:t>
            </a:fld>
            <a:endParaRPr lang="it-IT"/>
          </a:p>
        </p:txBody>
      </p:sp>
      <p:sp>
        <p:nvSpPr>
          <p:cNvPr id="8" name="Segnaposto piè di pagina 7"/>
          <p:cNvSpPr>
            <a:spLocks noGrp="1"/>
          </p:cNvSpPr>
          <p:nvPr>
            <p:ph type="ftr" sz="quarter" idx="11"/>
          </p:nvPr>
        </p:nvSpPr>
        <p:spPr/>
        <p:txBody>
          <a:bodyPr/>
          <a:lstStyle/>
          <a:p>
            <a:endParaRPr lang="it-IT"/>
          </a:p>
        </p:txBody>
      </p:sp>
      <p:sp>
        <p:nvSpPr>
          <p:cNvPr id="9" name="Segnaposto numero diapositiva 8"/>
          <p:cNvSpPr>
            <a:spLocks noGrp="1"/>
          </p:cNvSpPr>
          <p:nvPr>
            <p:ph type="sldNum" sz="quarter" idx="12"/>
          </p:nvPr>
        </p:nvSpPr>
        <p:spPr/>
        <p:txBody>
          <a:bodyPr/>
          <a:lstStyle/>
          <a:p>
            <a:fld id="{B2F1C73F-3EB0-4A7F-B653-811ACEA8C349}" type="slidenum">
              <a:rPr lang="it-IT" smtClean="0"/>
              <a:pPr/>
              <a:t>‹N›</a:t>
            </a:fld>
            <a:endParaRPr lang="it-IT"/>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titolo">
    <p:spTree>
      <p:nvGrpSpPr>
        <p:cNvPr id="1" name=""/>
        <p:cNvGrpSpPr/>
        <p:nvPr/>
      </p:nvGrpSpPr>
      <p:grpSpPr>
        <a:xfrm>
          <a:off x="0" y="0"/>
          <a:ext cx="0" cy="0"/>
          <a:chOff x="0" y="0"/>
          <a:chExt cx="0" cy="0"/>
        </a:xfrm>
      </p:grpSpPr>
      <p:sp>
        <p:nvSpPr>
          <p:cNvPr id="2" name="Titolo 1"/>
          <p:cNvSpPr>
            <a:spLocks noGrp="1"/>
          </p:cNvSpPr>
          <p:nvPr>
            <p:ph type="title"/>
          </p:nvPr>
        </p:nvSpPr>
        <p:spPr/>
        <p:txBody>
          <a:bodyPr/>
          <a:lstStyle/>
          <a:p>
            <a:r>
              <a:rPr lang="it-IT" smtClean="0"/>
              <a:t>Fare clic per modificare lo stile del titolo</a:t>
            </a:r>
            <a:endParaRPr lang="it-IT"/>
          </a:p>
        </p:txBody>
      </p:sp>
      <p:sp>
        <p:nvSpPr>
          <p:cNvPr id="3" name="Segnaposto data 2"/>
          <p:cNvSpPr>
            <a:spLocks noGrp="1"/>
          </p:cNvSpPr>
          <p:nvPr>
            <p:ph type="dt" sz="half" idx="10"/>
          </p:nvPr>
        </p:nvSpPr>
        <p:spPr/>
        <p:txBody>
          <a:bodyPr/>
          <a:lstStyle/>
          <a:p>
            <a:fld id="{D497680B-DD98-46B3-8609-4D0790A802EE}" type="datetimeFigureOut">
              <a:rPr lang="it-IT" smtClean="0"/>
              <a:pPr/>
              <a:t>14/09/2023</a:t>
            </a:fld>
            <a:endParaRPr lang="it-IT"/>
          </a:p>
        </p:txBody>
      </p:sp>
      <p:sp>
        <p:nvSpPr>
          <p:cNvPr id="4" name="Segnaposto piè di pagina 3"/>
          <p:cNvSpPr>
            <a:spLocks noGrp="1"/>
          </p:cNvSpPr>
          <p:nvPr>
            <p:ph type="ftr" sz="quarter" idx="11"/>
          </p:nvPr>
        </p:nvSpPr>
        <p:spPr/>
        <p:txBody>
          <a:bodyPr/>
          <a:lstStyle/>
          <a:p>
            <a:endParaRPr lang="it-IT"/>
          </a:p>
        </p:txBody>
      </p:sp>
      <p:sp>
        <p:nvSpPr>
          <p:cNvPr id="5" name="Segnaposto numero diapositiva 4"/>
          <p:cNvSpPr>
            <a:spLocks noGrp="1"/>
          </p:cNvSpPr>
          <p:nvPr>
            <p:ph type="sldNum" sz="quarter" idx="12"/>
          </p:nvPr>
        </p:nvSpPr>
        <p:spPr/>
        <p:txBody>
          <a:bodyPr/>
          <a:lstStyle/>
          <a:p>
            <a:fld id="{B2F1C73F-3EB0-4A7F-B653-811ACEA8C349}" type="slidenum">
              <a:rPr lang="it-IT" smtClean="0"/>
              <a:pPr/>
              <a:t>‹N›</a:t>
            </a:fld>
            <a:endParaRPr lang="it-IT"/>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Vuota">
    <p:spTree>
      <p:nvGrpSpPr>
        <p:cNvPr id="1" name=""/>
        <p:cNvGrpSpPr/>
        <p:nvPr/>
      </p:nvGrpSpPr>
      <p:grpSpPr>
        <a:xfrm>
          <a:off x="0" y="0"/>
          <a:ext cx="0" cy="0"/>
          <a:chOff x="0" y="0"/>
          <a:chExt cx="0" cy="0"/>
        </a:xfrm>
      </p:grpSpPr>
      <p:sp>
        <p:nvSpPr>
          <p:cNvPr id="2" name="Segnaposto data 1"/>
          <p:cNvSpPr>
            <a:spLocks noGrp="1"/>
          </p:cNvSpPr>
          <p:nvPr>
            <p:ph type="dt" sz="half" idx="10"/>
          </p:nvPr>
        </p:nvSpPr>
        <p:spPr/>
        <p:txBody>
          <a:bodyPr/>
          <a:lstStyle/>
          <a:p>
            <a:fld id="{D497680B-DD98-46B3-8609-4D0790A802EE}" type="datetimeFigureOut">
              <a:rPr lang="it-IT" smtClean="0"/>
              <a:pPr/>
              <a:t>14/09/2023</a:t>
            </a:fld>
            <a:endParaRPr lang="it-IT"/>
          </a:p>
        </p:txBody>
      </p:sp>
      <p:sp>
        <p:nvSpPr>
          <p:cNvPr id="3" name="Segnaposto piè di pagina 2"/>
          <p:cNvSpPr>
            <a:spLocks noGrp="1"/>
          </p:cNvSpPr>
          <p:nvPr>
            <p:ph type="ftr" sz="quarter" idx="11"/>
          </p:nvPr>
        </p:nvSpPr>
        <p:spPr/>
        <p:txBody>
          <a:bodyPr/>
          <a:lstStyle/>
          <a:p>
            <a:endParaRPr lang="it-IT"/>
          </a:p>
        </p:txBody>
      </p:sp>
      <p:sp>
        <p:nvSpPr>
          <p:cNvPr id="4" name="Segnaposto numero diapositiva 3"/>
          <p:cNvSpPr>
            <a:spLocks noGrp="1"/>
          </p:cNvSpPr>
          <p:nvPr>
            <p:ph type="sldNum" sz="quarter" idx="12"/>
          </p:nvPr>
        </p:nvSpPr>
        <p:spPr/>
        <p:txBody>
          <a:bodyPr/>
          <a:lstStyle/>
          <a:p>
            <a:fld id="{B2F1C73F-3EB0-4A7F-B653-811ACEA8C349}" type="slidenum">
              <a:rPr lang="it-IT" smtClean="0"/>
              <a:pPr/>
              <a:t>‹N›</a:t>
            </a:fld>
            <a:endParaRPr lang="it-IT"/>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uto con didascalia">
    <p:spTree>
      <p:nvGrpSpPr>
        <p:cNvPr id="1" name=""/>
        <p:cNvGrpSpPr/>
        <p:nvPr/>
      </p:nvGrpSpPr>
      <p:grpSpPr>
        <a:xfrm>
          <a:off x="0" y="0"/>
          <a:ext cx="0" cy="0"/>
          <a:chOff x="0" y="0"/>
          <a:chExt cx="0" cy="0"/>
        </a:xfrm>
      </p:grpSpPr>
      <p:sp>
        <p:nvSpPr>
          <p:cNvPr id="2" name="Titolo 1"/>
          <p:cNvSpPr>
            <a:spLocks noGrp="1"/>
          </p:cNvSpPr>
          <p:nvPr>
            <p:ph type="title"/>
          </p:nvPr>
        </p:nvSpPr>
        <p:spPr>
          <a:xfrm>
            <a:off x="457200" y="273050"/>
            <a:ext cx="3008313" cy="1162050"/>
          </a:xfrm>
        </p:spPr>
        <p:txBody>
          <a:bodyPr anchor="b"/>
          <a:lstStyle>
            <a:lvl1pPr algn="l">
              <a:defRPr sz="2000" b="1"/>
            </a:lvl1pPr>
          </a:lstStyle>
          <a:p>
            <a:r>
              <a:rPr lang="it-IT" smtClean="0"/>
              <a:t>Fare clic per modificare lo stile del titolo</a:t>
            </a:r>
            <a:endParaRPr lang="it-IT"/>
          </a:p>
        </p:txBody>
      </p:sp>
      <p:sp>
        <p:nvSpPr>
          <p:cNvPr id="3" name="Segnaposto contenuto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it-IT" smtClean="0"/>
              <a:t>Fare clic per modificare stili del testo dello schema</a:t>
            </a:r>
          </a:p>
          <a:p>
            <a:pPr lvl="1"/>
            <a:r>
              <a:rPr lang="it-IT" smtClean="0"/>
              <a:t>Secondo livello</a:t>
            </a:r>
          </a:p>
          <a:p>
            <a:pPr lvl="2"/>
            <a:r>
              <a:rPr lang="it-IT" smtClean="0"/>
              <a:t>Terzo livello</a:t>
            </a:r>
          </a:p>
          <a:p>
            <a:pPr lvl="3"/>
            <a:r>
              <a:rPr lang="it-IT" smtClean="0"/>
              <a:t>Quarto livello</a:t>
            </a:r>
          </a:p>
          <a:p>
            <a:pPr lvl="4"/>
            <a:r>
              <a:rPr lang="it-IT" smtClean="0"/>
              <a:t>Quinto livello</a:t>
            </a:r>
            <a:endParaRPr lang="it-IT"/>
          </a:p>
        </p:txBody>
      </p:sp>
      <p:sp>
        <p:nvSpPr>
          <p:cNvPr id="4" name="Segnaposto testo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it-IT" smtClean="0"/>
              <a:t>Fare clic per modificare stili del testo dello schema</a:t>
            </a:r>
          </a:p>
        </p:txBody>
      </p:sp>
      <p:sp>
        <p:nvSpPr>
          <p:cNvPr id="5" name="Segnaposto data 4"/>
          <p:cNvSpPr>
            <a:spLocks noGrp="1"/>
          </p:cNvSpPr>
          <p:nvPr>
            <p:ph type="dt" sz="half" idx="10"/>
          </p:nvPr>
        </p:nvSpPr>
        <p:spPr/>
        <p:txBody>
          <a:bodyPr/>
          <a:lstStyle/>
          <a:p>
            <a:fld id="{D497680B-DD98-46B3-8609-4D0790A802EE}" type="datetimeFigureOut">
              <a:rPr lang="it-IT" smtClean="0"/>
              <a:pPr/>
              <a:t>14/09/2023</a:t>
            </a:fld>
            <a:endParaRPr lang="it-IT"/>
          </a:p>
        </p:txBody>
      </p:sp>
      <p:sp>
        <p:nvSpPr>
          <p:cNvPr id="6" name="Segnaposto piè di pagina 5"/>
          <p:cNvSpPr>
            <a:spLocks noGrp="1"/>
          </p:cNvSpPr>
          <p:nvPr>
            <p:ph type="ftr" sz="quarter" idx="11"/>
          </p:nvPr>
        </p:nvSpPr>
        <p:spPr/>
        <p:txBody>
          <a:bodyPr/>
          <a:lstStyle/>
          <a:p>
            <a:endParaRPr lang="it-IT"/>
          </a:p>
        </p:txBody>
      </p:sp>
      <p:sp>
        <p:nvSpPr>
          <p:cNvPr id="7" name="Segnaposto numero diapositiva 6"/>
          <p:cNvSpPr>
            <a:spLocks noGrp="1"/>
          </p:cNvSpPr>
          <p:nvPr>
            <p:ph type="sldNum" sz="quarter" idx="12"/>
          </p:nvPr>
        </p:nvSpPr>
        <p:spPr/>
        <p:txBody>
          <a:bodyPr/>
          <a:lstStyle/>
          <a:p>
            <a:fld id="{B2F1C73F-3EB0-4A7F-B653-811ACEA8C349}" type="slidenum">
              <a:rPr lang="it-IT" smtClean="0"/>
              <a:pPr/>
              <a:t>‹N›</a:t>
            </a:fld>
            <a:endParaRPr lang="it-IT"/>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magine con didascalia">
    <p:spTree>
      <p:nvGrpSpPr>
        <p:cNvPr id="1" name=""/>
        <p:cNvGrpSpPr/>
        <p:nvPr/>
      </p:nvGrpSpPr>
      <p:grpSpPr>
        <a:xfrm>
          <a:off x="0" y="0"/>
          <a:ext cx="0" cy="0"/>
          <a:chOff x="0" y="0"/>
          <a:chExt cx="0" cy="0"/>
        </a:xfrm>
      </p:grpSpPr>
      <p:sp>
        <p:nvSpPr>
          <p:cNvPr id="2" name="Titolo 1"/>
          <p:cNvSpPr>
            <a:spLocks noGrp="1"/>
          </p:cNvSpPr>
          <p:nvPr>
            <p:ph type="title"/>
          </p:nvPr>
        </p:nvSpPr>
        <p:spPr>
          <a:xfrm>
            <a:off x="1792288" y="4800600"/>
            <a:ext cx="5486400" cy="566738"/>
          </a:xfrm>
        </p:spPr>
        <p:txBody>
          <a:bodyPr anchor="b"/>
          <a:lstStyle>
            <a:lvl1pPr algn="l">
              <a:defRPr sz="2000" b="1"/>
            </a:lvl1pPr>
          </a:lstStyle>
          <a:p>
            <a:r>
              <a:rPr lang="it-IT" smtClean="0"/>
              <a:t>Fare clic per modificare lo stile del titolo</a:t>
            </a:r>
            <a:endParaRPr lang="it-IT"/>
          </a:p>
        </p:txBody>
      </p:sp>
      <p:sp>
        <p:nvSpPr>
          <p:cNvPr id="3" name="Segnaposto immagine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it-IT"/>
          </a:p>
        </p:txBody>
      </p:sp>
      <p:sp>
        <p:nvSpPr>
          <p:cNvPr id="4" name="Segnaposto testo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it-IT" smtClean="0"/>
              <a:t>Fare clic per modificare stili del testo dello schema</a:t>
            </a:r>
          </a:p>
        </p:txBody>
      </p:sp>
      <p:sp>
        <p:nvSpPr>
          <p:cNvPr id="5" name="Segnaposto data 4"/>
          <p:cNvSpPr>
            <a:spLocks noGrp="1"/>
          </p:cNvSpPr>
          <p:nvPr>
            <p:ph type="dt" sz="half" idx="10"/>
          </p:nvPr>
        </p:nvSpPr>
        <p:spPr/>
        <p:txBody>
          <a:bodyPr/>
          <a:lstStyle/>
          <a:p>
            <a:fld id="{D497680B-DD98-46B3-8609-4D0790A802EE}" type="datetimeFigureOut">
              <a:rPr lang="it-IT" smtClean="0"/>
              <a:pPr/>
              <a:t>14/09/2023</a:t>
            </a:fld>
            <a:endParaRPr lang="it-IT"/>
          </a:p>
        </p:txBody>
      </p:sp>
      <p:sp>
        <p:nvSpPr>
          <p:cNvPr id="6" name="Segnaposto piè di pagina 5"/>
          <p:cNvSpPr>
            <a:spLocks noGrp="1"/>
          </p:cNvSpPr>
          <p:nvPr>
            <p:ph type="ftr" sz="quarter" idx="11"/>
          </p:nvPr>
        </p:nvSpPr>
        <p:spPr/>
        <p:txBody>
          <a:bodyPr/>
          <a:lstStyle/>
          <a:p>
            <a:endParaRPr lang="it-IT"/>
          </a:p>
        </p:txBody>
      </p:sp>
      <p:sp>
        <p:nvSpPr>
          <p:cNvPr id="7" name="Segnaposto numero diapositiva 6"/>
          <p:cNvSpPr>
            <a:spLocks noGrp="1"/>
          </p:cNvSpPr>
          <p:nvPr>
            <p:ph type="sldNum" sz="quarter" idx="12"/>
          </p:nvPr>
        </p:nvSpPr>
        <p:spPr/>
        <p:txBody>
          <a:bodyPr/>
          <a:lstStyle/>
          <a:p>
            <a:fld id="{B2F1C73F-3EB0-4A7F-B653-811ACEA8C349}" type="slidenum">
              <a:rPr lang="it-IT" smtClean="0"/>
              <a:pPr/>
              <a:t>‹N›</a:t>
            </a:fld>
            <a:endParaRPr lang="it-IT"/>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olo e testo verticale">
    <p:spTree>
      <p:nvGrpSpPr>
        <p:cNvPr id="1" name=""/>
        <p:cNvGrpSpPr/>
        <p:nvPr/>
      </p:nvGrpSpPr>
      <p:grpSpPr>
        <a:xfrm>
          <a:off x="0" y="0"/>
          <a:ext cx="0" cy="0"/>
          <a:chOff x="0" y="0"/>
          <a:chExt cx="0" cy="0"/>
        </a:xfrm>
      </p:grpSpPr>
      <p:sp>
        <p:nvSpPr>
          <p:cNvPr id="2" name="Titolo 1"/>
          <p:cNvSpPr>
            <a:spLocks noGrp="1"/>
          </p:cNvSpPr>
          <p:nvPr>
            <p:ph type="title"/>
          </p:nvPr>
        </p:nvSpPr>
        <p:spPr/>
        <p:txBody>
          <a:bodyPr/>
          <a:lstStyle/>
          <a:p>
            <a:r>
              <a:rPr lang="it-IT" smtClean="0"/>
              <a:t>Fare clic per modificare lo stile del titolo</a:t>
            </a:r>
            <a:endParaRPr lang="it-IT"/>
          </a:p>
        </p:txBody>
      </p:sp>
      <p:sp>
        <p:nvSpPr>
          <p:cNvPr id="3" name="Segnaposto testo verticale 2"/>
          <p:cNvSpPr>
            <a:spLocks noGrp="1"/>
          </p:cNvSpPr>
          <p:nvPr>
            <p:ph type="body" orient="vert" idx="1"/>
          </p:nvPr>
        </p:nvSpPr>
        <p:spPr/>
        <p:txBody>
          <a:bodyPr vert="eaVert"/>
          <a:lstStyle/>
          <a:p>
            <a:pPr lvl="0"/>
            <a:r>
              <a:rPr lang="it-IT" smtClean="0"/>
              <a:t>Fare clic per modificare stili del testo dello schema</a:t>
            </a:r>
          </a:p>
          <a:p>
            <a:pPr lvl="1"/>
            <a:r>
              <a:rPr lang="it-IT" smtClean="0"/>
              <a:t>Secondo livello</a:t>
            </a:r>
          </a:p>
          <a:p>
            <a:pPr lvl="2"/>
            <a:r>
              <a:rPr lang="it-IT" smtClean="0"/>
              <a:t>Terzo livello</a:t>
            </a:r>
          </a:p>
          <a:p>
            <a:pPr lvl="3"/>
            <a:r>
              <a:rPr lang="it-IT" smtClean="0"/>
              <a:t>Quarto livello</a:t>
            </a:r>
          </a:p>
          <a:p>
            <a:pPr lvl="4"/>
            <a:r>
              <a:rPr lang="it-IT" smtClean="0"/>
              <a:t>Quinto livello</a:t>
            </a:r>
            <a:endParaRPr lang="it-IT"/>
          </a:p>
        </p:txBody>
      </p:sp>
      <p:sp>
        <p:nvSpPr>
          <p:cNvPr id="4" name="Segnaposto data 3"/>
          <p:cNvSpPr>
            <a:spLocks noGrp="1"/>
          </p:cNvSpPr>
          <p:nvPr>
            <p:ph type="dt" sz="half" idx="10"/>
          </p:nvPr>
        </p:nvSpPr>
        <p:spPr/>
        <p:txBody>
          <a:bodyPr/>
          <a:lstStyle/>
          <a:p>
            <a:fld id="{D497680B-DD98-46B3-8609-4D0790A802EE}" type="datetimeFigureOut">
              <a:rPr lang="it-IT" smtClean="0"/>
              <a:pPr/>
              <a:t>14/09/2023</a:t>
            </a:fld>
            <a:endParaRPr lang="it-IT"/>
          </a:p>
        </p:txBody>
      </p:sp>
      <p:sp>
        <p:nvSpPr>
          <p:cNvPr id="5" name="Segnaposto piè di pagina 4"/>
          <p:cNvSpPr>
            <a:spLocks noGrp="1"/>
          </p:cNvSpPr>
          <p:nvPr>
            <p:ph type="ftr" sz="quarter" idx="11"/>
          </p:nvPr>
        </p:nvSpPr>
        <p:spPr/>
        <p:txBody>
          <a:bodyPr/>
          <a:lstStyle/>
          <a:p>
            <a:endParaRPr lang="it-IT"/>
          </a:p>
        </p:txBody>
      </p:sp>
      <p:sp>
        <p:nvSpPr>
          <p:cNvPr id="6" name="Segnaposto numero diapositiva 5"/>
          <p:cNvSpPr>
            <a:spLocks noGrp="1"/>
          </p:cNvSpPr>
          <p:nvPr>
            <p:ph type="sldNum" sz="quarter" idx="12"/>
          </p:nvPr>
        </p:nvSpPr>
        <p:spPr/>
        <p:txBody>
          <a:bodyPr/>
          <a:lstStyle/>
          <a:p>
            <a:fld id="{B2F1C73F-3EB0-4A7F-B653-811ACEA8C349}" type="slidenum">
              <a:rPr lang="it-IT" smtClean="0"/>
              <a:pPr/>
              <a:t>‹N›</a:t>
            </a:fld>
            <a:endParaRPr lang="it-IT"/>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itolo e testo verticale">
    <p:spTree>
      <p:nvGrpSpPr>
        <p:cNvPr id="1" name=""/>
        <p:cNvGrpSpPr/>
        <p:nvPr/>
      </p:nvGrpSpPr>
      <p:grpSpPr>
        <a:xfrm>
          <a:off x="0" y="0"/>
          <a:ext cx="0" cy="0"/>
          <a:chOff x="0" y="0"/>
          <a:chExt cx="0" cy="0"/>
        </a:xfrm>
      </p:grpSpPr>
      <p:sp>
        <p:nvSpPr>
          <p:cNvPr id="2" name="Titolo verticale 1"/>
          <p:cNvSpPr>
            <a:spLocks noGrp="1"/>
          </p:cNvSpPr>
          <p:nvPr>
            <p:ph type="title" orient="vert"/>
          </p:nvPr>
        </p:nvSpPr>
        <p:spPr>
          <a:xfrm>
            <a:off x="6629400" y="274638"/>
            <a:ext cx="2057400" cy="5851525"/>
          </a:xfrm>
        </p:spPr>
        <p:txBody>
          <a:bodyPr vert="eaVert"/>
          <a:lstStyle/>
          <a:p>
            <a:r>
              <a:rPr lang="it-IT" smtClean="0"/>
              <a:t>Fare clic per modificare lo stile del titolo</a:t>
            </a:r>
            <a:endParaRPr lang="it-IT"/>
          </a:p>
        </p:txBody>
      </p:sp>
      <p:sp>
        <p:nvSpPr>
          <p:cNvPr id="3" name="Segnaposto testo verticale 2"/>
          <p:cNvSpPr>
            <a:spLocks noGrp="1"/>
          </p:cNvSpPr>
          <p:nvPr>
            <p:ph type="body" orient="vert" idx="1"/>
          </p:nvPr>
        </p:nvSpPr>
        <p:spPr>
          <a:xfrm>
            <a:off x="457200" y="274638"/>
            <a:ext cx="6019800" cy="5851525"/>
          </a:xfrm>
        </p:spPr>
        <p:txBody>
          <a:bodyPr vert="eaVert"/>
          <a:lstStyle/>
          <a:p>
            <a:pPr lvl="0"/>
            <a:r>
              <a:rPr lang="it-IT" smtClean="0"/>
              <a:t>Fare clic per modificare stili del testo dello schema</a:t>
            </a:r>
          </a:p>
          <a:p>
            <a:pPr lvl="1"/>
            <a:r>
              <a:rPr lang="it-IT" smtClean="0"/>
              <a:t>Secondo livello</a:t>
            </a:r>
          </a:p>
          <a:p>
            <a:pPr lvl="2"/>
            <a:r>
              <a:rPr lang="it-IT" smtClean="0"/>
              <a:t>Terzo livello</a:t>
            </a:r>
          </a:p>
          <a:p>
            <a:pPr lvl="3"/>
            <a:r>
              <a:rPr lang="it-IT" smtClean="0"/>
              <a:t>Quarto livello</a:t>
            </a:r>
          </a:p>
          <a:p>
            <a:pPr lvl="4"/>
            <a:r>
              <a:rPr lang="it-IT" smtClean="0"/>
              <a:t>Quinto livello</a:t>
            </a:r>
            <a:endParaRPr lang="it-IT"/>
          </a:p>
        </p:txBody>
      </p:sp>
      <p:sp>
        <p:nvSpPr>
          <p:cNvPr id="4" name="Segnaposto data 3"/>
          <p:cNvSpPr>
            <a:spLocks noGrp="1"/>
          </p:cNvSpPr>
          <p:nvPr>
            <p:ph type="dt" sz="half" idx="10"/>
          </p:nvPr>
        </p:nvSpPr>
        <p:spPr/>
        <p:txBody>
          <a:bodyPr/>
          <a:lstStyle/>
          <a:p>
            <a:fld id="{D497680B-DD98-46B3-8609-4D0790A802EE}" type="datetimeFigureOut">
              <a:rPr lang="it-IT" smtClean="0"/>
              <a:pPr/>
              <a:t>14/09/2023</a:t>
            </a:fld>
            <a:endParaRPr lang="it-IT"/>
          </a:p>
        </p:txBody>
      </p:sp>
      <p:sp>
        <p:nvSpPr>
          <p:cNvPr id="5" name="Segnaposto piè di pagina 4"/>
          <p:cNvSpPr>
            <a:spLocks noGrp="1"/>
          </p:cNvSpPr>
          <p:nvPr>
            <p:ph type="ftr" sz="quarter" idx="11"/>
          </p:nvPr>
        </p:nvSpPr>
        <p:spPr/>
        <p:txBody>
          <a:bodyPr/>
          <a:lstStyle/>
          <a:p>
            <a:endParaRPr lang="it-IT"/>
          </a:p>
        </p:txBody>
      </p:sp>
      <p:sp>
        <p:nvSpPr>
          <p:cNvPr id="6" name="Segnaposto numero diapositiva 5"/>
          <p:cNvSpPr>
            <a:spLocks noGrp="1"/>
          </p:cNvSpPr>
          <p:nvPr>
            <p:ph type="sldNum" sz="quarter" idx="12"/>
          </p:nvPr>
        </p:nvSpPr>
        <p:spPr/>
        <p:txBody>
          <a:bodyPr/>
          <a:lstStyle/>
          <a:p>
            <a:fld id="{B2F1C73F-3EB0-4A7F-B653-811ACEA8C349}" type="slidenum">
              <a:rPr lang="it-IT" smtClean="0"/>
              <a:pPr/>
              <a:t>‹N›</a:t>
            </a:fld>
            <a:endParaRPr lang="it-IT"/>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Segnaposto titolo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it-IT" smtClean="0"/>
              <a:t>Fare clic per modificare lo stile del titolo</a:t>
            </a:r>
            <a:endParaRPr lang="it-IT"/>
          </a:p>
        </p:txBody>
      </p:sp>
      <p:sp>
        <p:nvSpPr>
          <p:cNvPr id="3" name="Segnaposto testo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it-IT" smtClean="0"/>
              <a:t>Fare clic per modificare stili del testo dello schema</a:t>
            </a:r>
          </a:p>
          <a:p>
            <a:pPr lvl="1"/>
            <a:r>
              <a:rPr lang="it-IT" smtClean="0"/>
              <a:t>Secondo livello</a:t>
            </a:r>
          </a:p>
          <a:p>
            <a:pPr lvl="2"/>
            <a:r>
              <a:rPr lang="it-IT" smtClean="0"/>
              <a:t>Terzo livello</a:t>
            </a:r>
          </a:p>
          <a:p>
            <a:pPr lvl="3"/>
            <a:r>
              <a:rPr lang="it-IT" smtClean="0"/>
              <a:t>Quarto livello</a:t>
            </a:r>
          </a:p>
          <a:p>
            <a:pPr lvl="4"/>
            <a:r>
              <a:rPr lang="it-IT" smtClean="0"/>
              <a:t>Quinto livello</a:t>
            </a:r>
            <a:endParaRPr lang="it-IT"/>
          </a:p>
        </p:txBody>
      </p:sp>
      <p:sp>
        <p:nvSpPr>
          <p:cNvPr id="4" name="Segnaposto data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497680B-DD98-46B3-8609-4D0790A802EE}" type="datetimeFigureOut">
              <a:rPr lang="it-IT" smtClean="0"/>
              <a:pPr/>
              <a:t>14/09/2023</a:t>
            </a:fld>
            <a:endParaRPr lang="it-IT"/>
          </a:p>
        </p:txBody>
      </p:sp>
      <p:sp>
        <p:nvSpPr>
          <p:cNvPr id="5" name="Segnaposto piè di pagina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it-IT"/>
          </a:p>
        </p:txBody>
      </p:sp>
      <p:sp>
        <p:nvSpPr>
          <p:cNvPr id="6" name="Segnaposto numero diapositiva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2F1C73F-3EB0-4A7F-B653-811ACEA8C349}" type="slidenum">
              <a:rPr lang="it-IT" smtClean="0"/>
              <a:pPr/>
              <a:t>‹N›</a:t>
            </a:fld>
            <a:endParaRPr lang="it-IT"/>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it-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Segnaposto numero diapositiva 12"/>
          <p:cNvSpPr>
            <a:spLocks noGrp="1"/>
          </p:cNvSpPr>
          <p:nvPr>
            <p:ph type="sldNum" sz="quarter" idx="12"/>
          </p:nvPr>
        </p:nvSpPr>
        <p:spPr/>
        <p:txBody>
          <a:bodyPr/>
          <a:lstStyle/>
          <a:p>
            <a:pPr>
              <a:defRPr/>
            </a:pPr>
            <a:fld id="{BDA3CD4A-E96A-43D2-A7ED-09A7935F3B01}" type="slidenum">
              <a:rPr lang="it-IT"/>
              <a:pPr>
                <a:defRPr/>
              </a:pPr>
              <a:t>1</a:t>
            </a:fld>
            <a:endParaRPr lang="it-IT"/>
          </a:p>
        </p:txBody>
      </p:sp>
      <p:sp>
        <p:nvSpPr>
          <p:cNvPr id="14342" name="CasellaDiTesto 8"/>
          <p:cNvSpPr txBox="1">
            <a:spLocks noChangeArrowheads="1"/>
          </p:cNvSpPr>
          <p:nvPr/>
        </p:nvSpPr>
        <p:spPr bwMode="auto">
          <a:xfrm>
            <a:off x="2024584" y="6182766"/>
            <a:ext cx="4895850" cy="519113"/>
          </a:xfrm>
          <a:prstGeom prst="rect">
            <a:avLst/>
          </a:prstGeom>
          <a:noFill/>
          <a:ln w="9525">
            <a:noFill/>
            <a:miter lim="800000"/>
            <a:headEnd/>
            <a:tailEnd/>
          </a:ln>
        </p:spPr>
        <p:txBody>
          <a:bodyPr>
            <a:spAutoFit/>
          </a:bodyPr>
          <a:lstStyle/>
          <a:p>
            <a:pPr marL="14288" algn="ctr">
              <a:tabLst>
                <a:tab pos="4665663" algn="l"/>
              </a:tabLst>
            </a:pPr>
            <a:r>
              <a:rPr lang="it-IT" sz="2800" b="1" dirty="0">
                <a:latin typeface="Garamond" pitchFamily="18" charset="0"/>
              </a:rPr>
              <a:t>www.avvocatobruccoleri.it</a:t>
            </a:r>
          </a:p>
        </p:txBody>
      </p:sp>
      <p:sp>
        <p:nvSpPr>
          <p:cNvPr id="9" name="Titolo 8"/>
          <p:cNvSpPr>
            <a:spLocks noGrp="1"/>
          </p:cNvSpPr>
          <p:nvPr>
            <p:ph type="ctrTitle"/>
          </p:nvPr>
        </p:nvSpPr>
        <p:spPr/>
        <p:txBody>
          <a:bodyPr>
            <a:normAutofit fontScale="90000"/>
          </a:bodyPr>
          <a:lstStyle/>
          <a:p>
            <a:r>
              <a:rPr lang="it-IT" sz="2800" b="1" dirty="0" smtClean="0">
                <a:solidFill>
                  <a:srgbClr val="FF0000"/>
                </a:solidFill>
                <a:latin typeface="Garamond" pitchFamily="18" charset="0"/>
              </a:rPr>
              <a:t>CORSO </a:t>
            </a:r>
            <a:r>
              <a:rPr lang="it-IT" sz="2800" b="1" dirty="0" err="1" smtClean="0">
                <a:solidFill>
                  <a:srgbClr val="FF0000"/>
                </a:solidFill>
                <a:latin typeface="Garamond" pitchFamily="18" charset="0"/>
              </a:rPr>
              <a:t>DI</a:t>
            </a:r>
            <a:r>
              <a:rPr lang="it-IT" sz="2800" b="1" dirty="0" smtClean="0">
                <a:solidFill>
                  <a:srgbClr val="FF0000"/>
                </a:solidFill>
                <a:latin typeface="Garamond" pitchFamily="18" charset="0"/>
              </a:rPr>
              <a:t> CYBERSECURITY AWARENESS </a:t>
            </a:r>
            <a:r>
              <a:rPr lang="en-US" sz="2800" b="1" dirty="0" smtClean="0">
                <a:solidFill>
                  <a:srgbClr val="FF0000"/>
                </a:solidFill>
                <a:latin typeface="Garamond" pitchFamily="18" charset="0"/>
              </a:rPr>
              <a:t/>
            </a:r>
            <a:br>
              <a:rPr lang="en-US" sz="2800" b="1" dirty="0" smtClean="0">
                <a:solidFill>
                  <a:srgbClr val="FF0000"/>
                </a:solidFill>
                <a:latin typeface="Garamond" pitchFamily="18" charset="0"/>
              </a:rPr>
            </a:br>
            <a:r>
              <a:rPr lang="en-US" sz="2800" b="1" dirty="0" smtClean="0">
                <a:solidFill>
                  <a:srgbClr val="FF0000"/>
                </a:solidFill>
                <a:latin typeface="Garamond" pitchFamily="18" charset="0"/>
              </a:rPr>
              <a:t/>
            </a:r>
            <a:br>
              <a:rPr lang="en-US" sz="2800" b="1" dirty="0" smtClean="0">
                <a:solidFill>
                  <a:srgbClr val="FF0000"/>
                </a:solidFill>
                <a:latin typeface="Garamond" pitchFamily="18" charset="0"/>
              </a:rPr>
            </a:br>
            <a:r>
              <a:rPr lang="en-US" sz="2800" b="1" dirty="0" smtClean="0">
                <a:solidFill>
                  <a:srgbClr val="FF0000"/>
                </a:solidFill>
                <a:latin typeface="Garamond" pitchFamily="18" charset="0"/>
              </a:rPr>
              <a:t/>
            </a:r>
            <a:br>
              <a:rPr lang="en-US" sz="2800" b="1" dirty="0" smtClean="0">
                <a:solidFill>
                  <a:srgbClr val="FF0000"/>
                </a:solidFill>
                <a:latin typeface="Garamond" pitchFamily="18" charset="0"/>
              </a:rPr>
            </a:br>
            <a:r>
              <a:rPr lang="en-US" sz="2800" b="1" dirty="0" smtClean="0">
                <a:solidFill>
                  <a:srgbClr val="FF0000"/>
                </a:solidFill>
                <a:latin typeface="Garamond" pitchFamily="18" charset="0"/>
              </a:rPr>
              <a:t>CYBERSECURITY, TYPES OF SECURITY, AND PRIVACY </a:t>
            </a:r>
            <a:br>
              <a:rPr lang="en-US" sz="2800" b="1" dirty="0" smtClean="0">
                <a:solidFill>
                  <a:srgbClr val="FF0000"/>
                </a:solidFill>
                <a:latin typeface="Garamond" pitchFamily="18" charset="0"/>
              </a:rPr>
            </a:br>
            <a:r>
              <a:rPr lang="en-US" sz="2800" b="1" dirty="0" smtClean="0">
                <a:solidFill>
                  <a:srgbClr val="FF0000"/>
                </a:solidFill>
                <a:latin typeface="Garamond" pitchFamily="18" charset="0"/>
              </a:rPr>
              <a:t>N. 5</a:t>
            </a:r>
            <a:endParaRPr lang="it-IT" sz="2800" b="1" dirty="0">
              <a:solidFill>
                <a:srgbClr val="FF0000"/>
              </a:solidFill>
              <a:latin typeface="Garamond" pitchFamily="18" charset="0"/>
            </a:endParaRPr>
          </a:p>
        </p:txBody>
      </p:sp>
      <p:sp>
        <p:nvSpPr>
          <p:cNvPr id="11" name="Rettangolo 10"/>
          <p:cNvSpPr/>
          <p:nvPr/>
        </p:nvSpPr>
        <p:spPr>
          <a:xfrm>
            <a:off x="3214678" y="357166"/>
            <a:ext cx="2437206" cy="369332"/>
          </a:xfrm>
          <a:prstGeom prst="rect">
            <a:avLst/>
          </a:prstGeom>
        </p:spPr>
        <p:txBody>
          <a:bodyPr wrap="none">
            <a:spAutoFit/>
          </a:bodyPr>
          <a:lstStyle/>
          <a:p>
            <a:pPr algn="ctr">
              <a:buSzPct val="25000"/>
            </a:pPr>
            <a:r>
              <a:rPr lang="en-GB" altLang="it-IT" b="1" dirty="0" smtClean="0">
                <a:latin typeface="Garamond" pitchFamily="18" charset="0"/>
                <a:ea typeface="Helvetica Neue" pitchFamily="2" charset="0"/>
                <a:cs typeface="Helvetica Neue" pitchFamily="2" charset="0"/>
                <a:sym typeface="Century Gothic" pitchFamily="34" charset="0"/>
              </a:rPr>
              <a:t>Prof.  Maria </a:t>
            </a:r>
            <a:r>
              <a:rPr lang="en-GB" altLang="it-IT" b="1" dirty="0" err="1" smtClean="0">
                <a:latin typeface="Garamond" pitchFamily="18" charset="0"/>
                <a:ea typeface="Helvetica Neue" pitchFamily="2" charset="0"/>
                <a:cs typeface="Helvetica Neue" pitchFamily="2" charset="0"/>
                <a:sym typeface="Century Gothic" pitchFamily="34" charset="0"/>
              </a:rPr>
              <a:t>Bruccoleri</a:t>
            </a:r>
            <a:endParaRPr lang="en-GB" altLang="it-IT" sz="1400" dirty="0">
              <a:latin typeface="Garamond" pitchFamily="18" charset="0"/>
              <a:ea typeface="Helvetica Neue" pitchFamily="2" charset="0"/>
              <a:cs typeface="Helvetica Neue" pitchFamily="2" charset="0"/>
              <a:sym typeface="Century Gothic" pitchFamily="34" charset="0"/>
            </a:endParaRPr>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olo 8"/>
          <p:cNvSpPr>
            <a:spLocks noGrp="1"/>
          </p:cNvSpPr>
          <p:nvPr>
            <p:ph type="title"/>
          </p:nvPr>
        </p:nvSpPr>
        <p:spPr>
          <a:xfrm>
            <a:off x="457200" y="1071554"/>
            <a:ext cx="8229600" cy="1143000"/>
          </a:xfrm>
        </p:spPr>
        <p:txBody>
          <a:bodyPr>
            <a:normAutofit/>
          </a:bodyPr>
          <a:lstStyle/>
          <a:p>
            <a:r>
              <a:rPr lang="it-IT" sz="2400" b="1" dirty="0" smtClean="0">
                <a:solidFill>
                  <a:srgbClr val="FF0000"/>
                </a:solidFill>
                <a:latin typeface="Garamond" pitchFamily="18" charset="0"/>
              </a:rPr>
              <a:t>INDEX</a:t>
            </a:r>
            <a:endParaRPr lang="it-IT" sz="2400" b="1" dirty="0">
              <a:solidFill>
                <a:srgbClr val="FF0000"/>
              </a:solidFill>
              <a:latin typeface="Garamond" pitchFamily="18" charset="0"/>
            </a:endParaRPr>
          </a:p>
        </p:txBody>
      </p:sp>
      <p:sp>
        <p:nvSpPr>
          <p:cNvPr id="14" name="Segnaposto contenuto 13"/>
          <p:cNvSpPr>
            <a:spLocks noGrp="1"/>
          </p:cNvSpPr>
          <p:nvPr>
            <p:ph idx="1"/>
          </p:nvPr>
        </p:nvSpPr>
        <p:spPr>
          <a:xfrm>
            <a:off x="457200" y="2117747"/>
            <a:ext cx="8229600" cy="4525963"/>
          </a:xfrm>
        </p:spPr>
        <p:txBody>
          <a:bodyPr>
            <a:normAutofit/>
          </a:bodyPr>
          <a:lstStyle/>
          <a:p>
            <a:pPr marL="514350" indent="-514350" algn="just">
              <a:buFont typeface="+mj-lt"/>
              <a:buAutoNum type="arabicPeriod"/>
            </a:pPr>
            <a:r>
              <a:rPr lang="en-US" sz="1800" b="1" dirty="0" smtClean="0">
                <a:latin typeface="Garamond" pitchFamily="18" charset="0"/>
              </a:rPr>
              <a:t>What Is </a:t>
            </a:r>
            <a:r>
              <a:rPr lang="en-US" sz="1800" b="1" dirty="0" err="1" smtClean="0">
                <a:latin typeface="Garamond" pitchFamily="18" charset="0"/>
              </a:rPr>
              <a:t>Cybersecurity</a:t>
            </a:r>
            <a:r>
              <a:rPr lang="en-US" sz="1800" b="1" dirty="0" smtClean="0">
                <a:latin typeface="Garamond" pitchFamily="18" charset="0"/>
              </a:rPr>
              <a:t> and Why It Matters?</a:t>
            </a:r>
          </a:p>
          <a:p>
            <a:pPr marL="514350" indent="-514350" algn="just">
              <a:buFont typeface="+mj-lt"/>
              <a:buAutoNum type="arabicPeriod"/>
            </a:pPr>
            <a:r>
              <a:rPr lang="en-US" sz="1800" b="1" dirty="0" smtClean="0">
                <a:latin typeface="Garamond" pitchFamily="18" charset="0"/>
              </a:rPr>
              <a:t>Overview of Types of </a:t>
            </a:r>
            <a:r>
              <a:rPr lang="en-US" sz="1800" b="1" dirty="0" err="1" smtClean="0">
                <a:latin typeface="Garamond" pitchFamily="18" charset="0"/>
              </a:rPr>
              <a:t>Cybersecurity</a:t>
            </a:r>
            <a:endParaRPr lang="en-US" sz="1800" b="1" dirty="0" smtClean="0">
              <a:latin typeface="Garamond" pitchFamily="18" charset="0"/>
            </a:endParaRPr>
          </a:p>
          <a:p>
            <a:pPr marL="514350" indent="-514350" algn="just">
              <a:buFont typeface="+mj-lt"/>
              <a:buAutoNum type="arabicPeriod"/>
            </a:pPr>
            <a:r>
              <a:rPr lang="en-US" sz="1800" b="1" dirty="0" smtClean="0">
                <a:latin typeface="Garamond" pitchFamily="18" charset="0"/>
              </a:rPr>
              <a:t>Application Security and Operational Security</a:t>
            </a:r>
          </a:p>
          <a:p>
            <a:pPr marL="514350" indent="-514350" algn="just">
              <a:buFont typeface="+mj-lt"/>
              <a:buAutoNum type="arabicPeriod"/>
            </a:pPr>
            <a:r>
              <a:rPr lang="en-US" sz="1800" b="1" dirty="0" smtClean="0">
                <a:latin typeface="Garamond" pitchFamily="18" charset="0"/>
              </a:rPr>
              <a:t>What Are the Types of </a:t>
            </a:r>
            <a:r>
              <a:rPr lang="en-US" sz="1800" b="1" dirty="0" err="1" smtClean="0">
                <a:latin typeface="Garamond" pitchFamily="18" charset="0"/>
              </a:rPr>
              <a:t>Cybersecurity</a:t>
            </a:r>
            <a:r>
              <a:rPr lang="en-US" sz="1800" b="1" dirty="0" smtClean="0">
                <a:latin typeface="Garamond" pitchFamily="18" charset="0"/>
              </a:rPr>
              <a:t> Threats and How to Prevent Them?</a:t>
            </a:r>
          </a:p>
          <a:p>
            <a:pPr marL="514350" indent="-514350" algn="just">
              <a:buFont typeface="+mj-lt"/>
              <a:buAutoNum type="arabicPeriod"/>
            </a:pPr>
            <a:r>
              <a:rPr lang="en-US" sz="1800" b="1" dirty="0" smtClean="0">
                <a:latin typeface="Garamond" pitchFamily="18" charset="0"/>
              </a:rPr>
              <a:t>Denial of Service Attacks</a:t>
            </a:r>
          </a:p>
          <a:p>
            <a:pPr marL="514350" indent="-514350" algn="just">
              <a:buFont typeface="+mj-lt"/>
              <a:buAutoNum type="arabicPeriod"/>
            </a:pPr>
            <a:r>
              <a:rPr lang="en-US" sz="1800" b="1" dirty="0" smtClean="0">
                <a:latin typeface="Garamond" pitchFamily="18" charset="0"/>
              </a:rPr>
              <a:t>Malware</a:t>
            </a:r>
          </a:p>
          <a:p>
            <a:pPr marL="514350" indent="-514350" algn="just">
              <a:buFont typeface="+mj-lt"/>
              <a:buAutoNum type="arabicPeriod"/>
            </a:pPr>
            <a:r>
              <a:rPr lang="en-US" sz="1800" b="1" dirty="0" smtClean="0">
                <a:latin typeface="Garamond" pitchFamily="18" charset="0"/>
              </a:rPr>
              <a:t>Scraping</a:t>
            </a:r>
          </a:p>
          <a:p>
            <a:pPr marL="514350" indent="-514350" algn="just">
              <a:buFont typeface="+mj-lt"/>
              <a:buAutoNum type="arabicPeriod"/>
            </a:pPr>
            <a:r>
              <a:rPr lang="en-US" sz="1800" b="1" dirty="0" smtClean="0">
                <a:latin typeface="Garamond" pitchFamily="18" charset="0"/>
              </a:rPr>
              <a:t>Types of Cyber Attacks and Vulnerabilities.</a:t>
            </a:r>
          </a:p>
          <a:p>
            <a:pPr marL="514350" indent="-514350" algn="just">
              <a:buFont typeface="+mj-lt"/>
              <a:buAutoNum type="arabicPeriod"/>
            </a:pPr>
            <a:r>
              <a:rPr lang="en-US" sz="1800" b="1" dirty="0" smtClean="0">
                <a:latin typeface="Garamond" pitchFamily="18" charset="0"/>
              </a:rPr>
              <a:t>Information Security Culture</a:t>
            </a:r>
          </a:p>
          <a:p>
            <a:pPr marL="514350" indent="-514350" algn="just">
              <a:buFont typeface="+mj-lt"/>
              <a:buAutoNum type="arabicPeriod"/>
            </a:pPr>
            <a:r>
              <a:rPr lang="en-US" sz="1800" b="1" dirty="0" smtClean="0">
                <a:latin typeface="Garamond" pitchFamily="18" charset="0"/>
              </a:rPr>
              <a:t>Systems at Risk</a:t>
            </a:r>
          </a:p>
          <a:p>
            <a:pPr marL="514350" indent="-514350" algn="just">
              <a:buFont typeface="+mj-lt"/>
              <a:buAutoNum type="arabicPeriod"/>
            </a:pPr>
            <a:r>
              <a:rPr lang="en-US" sz="1800" b="1" dirty="0" smtClean="0">
                <a:latin typeface="Garamond" pitchFamily="18" charset="0"/>
              </a:rPr>
              <a:t>Computer Protection (Countermeasures)</a:t>
            </a:r>
          </a:p>
          <a:p>
            <a:pPr marL="514350" indent="-514350" algn="just">
              <a:buFont typeface="+mj-lt"/>
              <a:buAutoNum type="arabicPeriod"/>
            </a:pPr>
            <a:r>
              <a:rPr lang="en-US" sz="1800" b="1" dirty="0" smtClean="0">
                <a:latin typeface="Garamond" pitchFamily="18" charset="0"/>
              </a:rPr>
              <a:t>Security Based on Design</a:t>
            </a:r>
          </a:p>
        </p:txBody>
      </p:sp>
      <p:sp>
        <p:nvSpPr>
          <p:cNvPr id="13" name="Segnaposto numero diapositiva 12"/>
          <p:cNvSpPr>
            <a:spLocks noGrp="1"/>
          </p:cNvSpPr>
          <p:nvPr>
            <p:ph type="sldNum" sz="quarter" idx="12"/>
          </p:nvPr>
        </p:nvSpPr>
        <p:spPr/>
        <p:txBody>
          <a:bodyPr/>
          <a:lstStyle/>
          <a:p>
            <a:pPr>
              <a:defRPr/>
            </a:pPr>
            <a:fld id="{BDA3CD4A-E96A-43D2-A7ED-09A7935F3B01}" type="slidenum">
              <a:rPr lang="it-IT"/>
              <a:pPr>
                <a:defRPr/>
              </a:pPr>
              <a:t>2</a:t>
            </a:fld>
            <a:endParaRPr lang="it-IT"/>
          </a:p>
        </p:txBody>
      </p:sp>
      <p:sp>
        <p:nvSpPr>
          <p:cNvPr id="14342" name="CasellaDiTesto 8"/>
          <p:cNvSpPr txBox="1">
            <a:spLocks noChangeArrowheads="1"/>
          </p:cNvSpPr>
          <p:nvPr/>
        </p:nvSpPr>
        <p:spPr bwMode="auto">
          <a:xfrm>
            <a:off x="2024584" y="6182766"/>
            <a:ext cx="4895850" cy="519113"/>
          </a:xfrm>
          <a:prstGeom prst="rect">
            <a:avLst/>
          </a:prstGeom>
          <a:noFill/>
          <a:ln w="9525">
            <a:noFill/>
            <a:miter lim="800000"/>
            <a:headEnd/>
            <a:tailEnd/>
          </a:ln>
        </p:spPr>
        <p:txBody>
          <a:bodyPr>
            <a:spAutoFit/>
          </a:bodyPr>
          <a:lstStyle/>
          <a:p>
            <a:pPr marL="14288" algn="ctr">
              <a:tabLst>
                <a:tab pos="4665663" algn="l"/>
              </a:tabLst>
            </a:pPr>
            <a:r>
              <a:rPr lang="it-IT" sz="2800" b="1" dirty="0">
                <a:latin typeface="Garamond" pitchFamily="18" charset="0"/>
              </a:rPr>
              <a:t>www.avvocatobruccoleri.it</a:t>
            </a:r>
          </a:p>
        </p:txBody>
      </p:sp>
      <p:sp>
        <p:nvSpPr>
          <p:cNvPr id="11" name="Rettangolo 10"/>
          <p:cNvSpPr/>
          <p:nvPr/>
        </p:nvSpPr>
        <p:spPr>
          <a:xfrm>
            <a:off x="3214678" y="357166"/>
            <a:ext cx="2437206" cy="369332"/>
          </a:xfrm>
          <a:prstGeom prst="rect">
            <a:avLst/>
          </a:prstGeom>
        </p:spPr>
        <p:txBody>
          <a:bodyPr wrap="none">
            <a:spAutoFit/>
          </a:bodyPr>
          <a:lstStyle/>
          <a:p>
            <a:pPr algn="ctr">
              <a:buSzPct val="25000"/>
            </a:pPr>
            <a:r>
              <a:rPr lang="en-GB" altLang="it-IT" b="1" dirty="0" smtClean="0">
                <a:latin typeface="Garamond" pitchFamily="18" charset="0"/>
                <a:ea typeface="Helvetica Neue" pitchFamily="2" charset="0"/>
                <a:cs typeface="Helvetica Neue" pitchFamily="2" charset="0"/>
                <a:sym typeface="Century Gothic" pitchFamily="34" charset="0"/>
              </a:rPr>
              <a:t>Prof.  Maria </a:t>
            </a:r>
            <a:r>
              <a:rPr lang="en-GB" altLang="it-IT" b="1" dirty="0" err="1" smtClean="0">
                <a:latin typeface="Garamond" pitchFamily="18" charset="0"/>
                <a:ea typeface="Helvetica Neue" pitchFamily="2" charset="0"/>
                <a:cs typeface="Helvetica Neue" pitchFamily="2" charset="0"/>
                <a:sym typeface="Century Gothic" pitchFamily="34" charset="0"/>
              </a:rPr>
              <a:t>Bruccoleri</a:t>
            </a:r>
            <a:endParaRPr lang="en-GB" altLang="it-IT" sz="1400" dirty="0">
              <a:latin typeface="Garamond" pitchFamily="18" charset="0"/>
              <a:ea typeface="Helvetica Neue" pitchFamily="2" charset="0"/>
              <a:cs typeface="Helvetica Neue" pitchFamily="2" charset="0"/>
              <a:sym typeface="Century Gothic" pitchFamily="34" charset="0"/>
            </a:endParaRPr>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Segnaposto contenuto 13"/>
          <p:cNvSpPr>
            <a:spLocks noGrp="1"/>
          </p:cNvSpPr>
          <p:nvPr>
            <p:ph idx="1"/>
          </p:nvPr>
        </p:nvSpPr>
        <p:spPr>
          <a:xfrm>
            <a:off x="285720" y="1428736"/>
            <a:ext cx="7858180" cy="4697427"/>
          </a:xfrm>
        </p:spPr>
        <p:txBody>
          <a:bodyPr>
            <a:normAutofit/>
          </a:bodyPr>
          <a:lstStyle/>
          <a:p>
            <a:pPr marL="514350" indent="-514350" algn="just">
              <a:buFont typeface="+mj-lt"/>
              <a:buAutoNum type="arabicPeriod"/>
            </a:pPr>
            <a:endParaRPr lang="en-US" sz="1800" b="1" dirty="0" smtClean="0">
              <a:latin typeface="Garamond" pitchFamily="18" charset="0"/>
            </a:endParaRPr>
          </a:p>
          <a:p>
            <a:pPr marL="514350" indent="-514350" algn="just">
              <a:buFont typeface="+mj-lt"/>
              <a:buAutoNum type="arabicPeriod" startAt="13"/>
            </a:pPr>
            <a:r>
              <a:rPr lang="en-US" sz="1800" b="1" dirty="0" smtClean="0">
                <a:latin typeface="Garamond" pitchFamily="18" charset="0"/>
              </a:rPr>
              <a:t>Security Architecture </a:t>
            </a:r>
          </a:p>
          <a:p>
            <a:pPr marL="514350" indent="-514350" algn="just">
              <a:buFont typeface="+mj-lt"/>
              <a:buAutoNum type="arabicPeriod" startAt="13"/>
            </a:pPr>
            <a:r>
              <a:rPr lang="en-US" sz="1800" b="1" dirty="0" smtClean="0">
                <a:latin typeface="Garamond" pitchFamily="18" charset="0"/>
              </a:rPr>
              <a:t>Security Measures: Firewalls</a:t>
            </a:r>
          </a:p>
          <a:p>
            <a:pPr marL="514350" indent="-514350" algn="just">
              <a:buFont typeface="+mj-lt"/>
              <a:buAutoNum type="arabicPeriod" startAt="13"/>
            </a:pPr>
            <a:r>
              <a:rPr lang="en-US" sz="1800" b="1" dirty="0" smtClean="0">
                <a:latin typeface="Garamond" pitchFamily="18" charset="0"/>
              </a:rPr>
              <a:t>Vulnerability Management</a:t>
            </a:r>
          </a:p>
          <a:p>
            <a:pPr marL="514350" indent="-514350" algn="just">
              <a:buFont typeface="+mj-lt"/>
              <a:buAutoNum type="arabicPeriod" startAt="13"/>
            </a:pPr>
            <a:r>
              <a:rPr lang="en-US" sz="1800" b="1" dirty="0" smtClean="0">
                <a:latin typeface="Garamond" pitchFamily="18" charset="0"/>
              </a:rPr>
              <a:t>Vulnerability Reduction</a:t>
            </a:r>
          </a:p>
          <a:p>
            <a:pPr marL="514350" indent="-514350" algn="just">
              <a:buFont typeface="+mj-lt"/>
              <a:buAutoNum type="arabicPeriod" startAt="13"/>
            </a:pPr>
            <a:r>
              <a:rPr lang="en-US" sz="1800" b="1" dirty="0" smtClean="0">
                <a:latin typeface="Garamond" pitchFamily="18" charset="0"/>
              </a:rPr>
              <a:t>Hardware Protection Mechanisms</a:t>
            </a:r>
          </a:p>
          <a:p>
            <a:pPr marL="514350" indent="-514350" algn="just">
              <a:buFont typeface="+mj-lt"/>
              <a:buAutoNum type="arabicPeriod" startAt="13"/>
            </a:pPr>
            <a:r>
              <a:rPr lang="en-US" sz="1800" b="1" dirty="0" smtClean="0">
                <a:latin typeface="Garamond" pitchFamily="18" charset="0"/>
              </a:rPr>
              <a:t>Secure Operating Systems and Secure Encryption</a:t>
            </a:r>
          </a:p>
          <a:p>
            <a:pPr marL="514350" indent="-514350" algn="just">
              <a:buFont typeface="+mj-lt"/>
              <a:buAutoNum type="arabicPeriod" startAt="13"/>
            </a:pPr>
            <a:r>
              <a:rPr lang="en-US" sz="1800" b="1" dirty="0" smtClean="0">
                <a:latin typeface="Garamond" pitchFamily="18" charset="0"/>
              </a:rPr>
              <a:t>Functionality and Access Control Lists</a:t>
            </a:r>
          </a:p>
          <a:p>
            <a:pPr marL="514350" indent="-514350" algn="just">
              <a:buFont typeface="+mj-lt"/>
              <a:buAutoNum type="arabicPeriod" startAt="13"/>
            </a:pPr>
            <a:r>
              <a:rPr lang="en-US" sz="1800" b="1" dirty="0" smtClean="0">
                <a:latin typeface="Garamond" pitchFamily="18" charset="0"/>
              </a:rPr>
              <a:t>End User Security Training</a:t>
            </a:r>
          </a:p>
          <a:p>
            <a:pPr marL="514350" indent="-514350" algn="just">
              <a:buFont typeface="+mj-lt"/>
              <a:buAutoNum type="arabicPeriod" startAt="13"/>
            </a:pPr>
            <a:r>
              <a:rPr lang="en-US" sz="1800" b="1" dirty="0" smtClean="0">
                <a:latin typeface="Garamond" pitchFamily="18" charset="0"/>
              </a:rPr>
              <a:t>Digital Hygiene</a:t>
            </a:r>
          </a:p>
          <a:p>
            <a:pPr marL="514350" indent="-514350" algn="just">
              <a:buFont typeface="+mj-lt"/>
              <a:buAutoNum type="arabicPeriod" startAt="13"/>
            </a:pPr>
            <a:r>
              <a:rPr lang="en-US" sz="1800" b="1" dirty="0" smtClean="0">
                <a:latin typeface="Garamond" pitchFamily="18" charset="0"/>
              </a:rPr>
              <a:t>Response to Violations</a:t>
            </a:r>
          </a:p>
          <a:p>
            <a:pPr marL="514350" indent="-514350" algn="just">
              <a:buFont typeface="+mj-lt"/>
              <a:buAutoNum type="arabicPeriod" startAt="13"/>
            </a:pPr>
            <a:r>
              <a:rPr lang="en-US" sz="1800" b="1" dirty="0" smtClean="0">
                <a:latin typeface="Garamond" pitchFamily="18" charset="0"/>
              </a:rPr>
              <a:t>Terminology</a:t>
            </a:r>
            <a:endParaRPr lang="it-IT" sz="1800" dirty="0">
              <a:latin typeface="Garamond" pitchFamily="18" charset="0"/>
            </a:endParaRPr>
          </a:p>
        </p:txBody>
      </p:sp>
      <p:sp>
        <p:nvSpPr>
          <p:cNvPr id="13" name="Segnaposto numero diapositiva 12"/>
          <p:cNvSpPr>
            <a:spLocks noGrp="1"/>
          </p:cNvSpPr>
          <p:nvPr>
            <p:ph type="sldNum" sz="quarter" idx="12"/>
          </p:nvPr>
        </p:nvSpPr>
        <p:spPr/>
        <p:txBody>
          <a:bodyPr/>
          <a:lstStyle/>
          <a:p>
            <a:pPr>
              <a:defRPr/>
            </a:pPr>
            <a:fld id="{BDA3CD4A-E96A-43D2-A7ED-09A7935F3B01}" type="slidenum">
              <a:rPr lang="it-IT"/>
              <a:pPr>
                <a:defRPr/>
              </a:pPr>
              <a:t>3</a:t>
            </a:fld>
            <a:endParaRPr lang="it-IT"/>
          </a:p>
        </p:txBody>
      </p:sp>
      <p:sp>
        <p:nvSpPr>
          <p:cNvPr id="14342" name="CasellaDiTesto 8"/>
          <p:cNvSpPr txBox="1">
            <a:spLocks noChangeArrowheads="1"/>
          </p:cNvSpPr>
          <p:nvPr/>
        </p:nvSpPr>
        <p:spPr bwMode="auto">
          <a:xfrm>
            <a:off x="2024584" y="6182766"/>
            <a:ext cx="4895850" cy="519113"/>
          </a:xfrm>
          <a:prstGeom prst="rect">
            <a:avLst/>
          </a:prstGeom>
          <a:noFill/>
          <a:ln w="9525">
            <a:noFill/>
            <a:miter lim="800000"/>
            <a:headEnd/>
            <a:tailEnd/>
          </a:ln>
        </p:spPr>
        <p:txBody>
          <a:bodyPr>
            <a:spAutoFit/>
          </a:bodyPr>
          <a:lstStyle/>
          <a:p>
            <a:pPr marL="14288" algn="ctr">
              <a:tabLst>
                <a:tab pos="4665663" algn="l"/>
              </a:tabLst>
            </a:pPr>
            <a:r>
              <a:rPr lang="it-IT" sz="2800" b="1" dirty="0">
                <a:latin typeface="Garamond" pitchFamily="18" charset="0"/>
              </a:rPr>
              <a:t>www.avvocatobruccoleri.it</a:t>
            </a:r>
          </a:p>
        </p:txBody>
      </p:sp>
      <p:sp>
        <p:nvSpPr>
          <p:cNvPr id="9" name="Rettangolo 8"/>
          <p:cNvSpPr/>
          <p:nvPr/>
        </p:nvSpPr>
        <p:spPr>
          <a:xfrm>
            <a:off x="3214678" y="357166"/>
            <a:ext cx="2437206" cy="369332"/>
          </a:xfrm>
          <a:prstGeom prst="rect">
            <a:avLst/>
          </a:prstGeom>
        </p:spPr>
        <p:txBody>
          <a:bodyPr wrap="none">
            <a:spAutoFit/>
          </a:bodyPr>
          <a:lstStyle/>
          <a:p>
            <a:pPr algn="ctr">
              <a:buSzPct val="25000"/>
            </a:pPr>
            <a:r>
              <a:rPr lang="en-GB" altLang="it-IT" b="1" dirty="0" smtClean="0">
                <a:latin typeface="Garamond" pitchFamily="18" charset="0"/>
                <a:ea typeface="Helvetica Neue" pitchFamily="2" charset="0"/>
                <a:cs typeface="Helvetica Neue" pitchFamily="2" charset="0"/>
                <a:sym typeface="Century Gothic" pitchFamily="34" charset="0"/>
              </a:rPr>
              <a:t>Prof.  Maria </a:t>
            </a:r>
            <a:r>
              <a:rPr lang="en-GB" altLang="it-IT" b="1" dirty="0" err="1" smtClean="0">
                <a:latin typeface="Garamond" pitchFamily="18" charset="0"/>
                <a:ea typeface="Helvetica Neue" pitchFamily="2" charset="0"/>
                <a:cs typeface="Helvetica Neue" pitchFamily="2" charset="0"/>
                <a:sym typeface="Century Gothic" pitchFamily="34" charset="0"/>
              </a:rPr>
              <a:t>Bruccoleri</a:t>
            </a:r>
            <a:endParaRPr lang="en-GB" altLang="it-IT" sz="1400" dirty="0">
              <a:latin typeface="Garamond" pitchFamily="18" charset="0"/>
              <a:ea typeface="Helvetica Neue" pitchFamily="2" charset="0"/>
              <a:cs typeface="Helvetica Neue" pitchFamily="2" charset="0"/>
              <a:sym typeface="Century Gothic" pitchFamily="34" charset="0"/>
            </a:endParaRPr>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itolo 11"/>
          <p:cNvSpPr>
            <a:spLocks noGrp="1"/>
          </p:cNvSpPr>
          <p:nvPr>
            <p:ph type="title"/>
          </p:nvPr>
        </p:nvSpPr>
        <p:spPr>
          <a:xfrm>
            <a:off x="457200" y="1225520"/>
            <a:ext cx="8229600" cy="560406"/>
          </a:xfrm>
        </p:spPr>
        <p:txBody>
          <a:bodyPr>
            <a:noAutofit/>
          </a:bodyPr>
          <a:lstStyle/>
          <a:p>
            <a:r>
              <a:rPr lang="en-US" sz="2300" b="1" dirty="0" smtClean="0">
                <a:solidFill>
                  <a:srgbClr val="FF0000"/>
                </a:solidFill>
                <a:latin typeface="Garamond" pitchFamily="18" charset="0"/>
              </a:rPr>
              <a:t>COMPUTER PROTECTION (COUNTERMEASURES)</a:t>
            </a:r>
            <a:endParaRPr lang="it-IT" sz="2300" b="1" dirty="0">
              <a:solidFill>
                <a:srgbClr val="FF0000"/>
              </a:solidFill>
              <a:latin typeface="Garamond" pitchFamily="18" charset="0"/>
            </a:endParaRPr>
          </a:p>
        </p:txBody>
      </p:sp>
      <p:sp>
        <p:nvSpPr>
          <p:cNvPr id="11" name="Segnaposto contenuto 10"/>
          <p:cNvSpPr>
            <a:spLocks noGrp="1"/>
          </p:cNvSpPr>
          <p:nvPr>
            <p:ph idx="1"/>
          </p:nvPr>
        </p:nvSpPr>
        <p:spPr/>
        <p:txBody>
          <a:bodyPr>
            <a:normAutofit/>
          </a:bodyPr>
          <a:lstStyle/>
          <a:p>
            <a:pPr marL="0" indent="0" algn="ctr">
              <a:buNone/>
            </a:pPr>
            <a:endParaRPr lang="en-US" sz="2100" dirty="0" smtClean="0">
              <a:latin typeface="Garamond" pitchFamily="18" charset="0"/>
            </a:endParaRPr>
          </a:p>
          <a:p>
            <a:pPr marL="0" indent="0" algn="ctr">
              <a:buNone/>
            </a:pPr>
            <a:endParaRPr lang="en-US" sz="2100" dirty="0" smtClean="0">
              <a:latin typeface="Garamond" pitchFamily="18" charset="0"/>
            </a:endParaRPr>
          </a:p>
          <a:p>
            <a:pPr marL="0" indent="0" algn="ctr">
              <a:buNone/>
            </a:pPr>
            <a:r>
              <a:rPr lang="en-US" sz="2100" dirty="0" smtClean="0">
                <a:latin typeface="Garamond" pitchFamily="18" charset="0"/>
              </a:rPr>
              <a:t>In computer security, a countermeasure is an action, device, procedure, or technique that reduces a threat, vulnerability, or attack by eliminating or preventing it, minimizing the damage it can cause, or discovering and reporting it so that corrective action can be taken. There are several types of countermeasures in place that deserve attention.</a:t>
            </a:r>
          </a:p>
        </p:txBody>
      </p:sp>
      <p:sp>
        <p:nvSpPr>
          <p:cNvPr id="13" name="Segnaposto numero diapositiva 12"/>
          <p:cNvSpPr>
            <a:spLocks noGrp="1"/>
          </p:cNvSpPr>
          <p:nvPr>
            <p:ph type="sldNum" sz="quarter" idx="12"/>
          </p:nvPr>
        </p:nvSpPr>
        <p:spPr/>
        <p:txBody>
          <a:bodyPr/>
          <a:lstStyle/>
          <a:p>
            <a:pPr>
              <a:defRPr/>
            </a:pPr>
            <a:fld id="{BDA3CD4A-E96A-43D2-A7ED-09A7935F3B01}" type="slidenum">
              <a:rPr lang="it-IT"/>
              <a:pPr>
                <a:defRPr/>
              </a:pPr>
              <a:t>4</a:t>
            </a:fld>
            <a:endParaRPr lang="it-IT"/>
          </a:p>
        </p:txBody>
      </p:sp>
      <p:sp>
        <p:nvSpPr>
          <p:cNvPr id="14342" name="CasellaDiTesto 8"/>
          <p:cNvSpPr txBox="1">
            <a:spLocks noChangeArrowheads="1"/>
          </p:cNvSpPr>
          <p:nvPr/>
        </p:nvSpPr>
        <p:spPr bwMode="auto">
          <a:xfrm>
            <a:off x="2024584" y="6182766"/>
            <a:ext cx="4895850" cy="519113"/>
          </a:xfrm>
          <a:prstGeom prst="rect">
            <a:avLst/>
          </a:prstGeom>
          <a:noFill/>
          <a:ln w="9525">
            <a:noFill/>
            <a:miter lim="800000"/>
            <a:headEnd/>
            <a:tailEnd/>
          </a:ln>
        </p:spPr>
        <p:txBody>
          <a:bodyPr>
            <a:spAutoFit/>
          </a:bodyPr>
          <a:lstStyle/>
          <a:p>
            <a:pPr marL="14288" algn="ctr">
              <a:tabLst>
                <a:tab pos="4665663" algn="l"/>
              </a:tabLst>
            </a:pPr>
            <a:r>
              <a:rPr lang="it-IT" sz="2800" b="1" dirty="0">
                <a:latin typeface="Garamond" pitchFamily="18" charset="0"/>
              </a:rPr>
              <a:t>www.avvocatobruccoleri.it</a:t>
            </a:r>
          </a:p>
        </p:txBody>
      </p:sp>
      <p:sp>
        <p:nvSpPr>
          <p:cNvPr id="9" name="Rettangolo 8"/>
          <p:cNvSpPr/>
          <p:nvPr/>
        </p:nvSpPr>
        <p:spPr>
          <a:xfrm>
            <a:off x="3214678" y="357166"/>
            <a:ext cx="2437206" cy="369332"/>
          </a:xfrm>
          <a:prstGeom prst="rect">
            <a:avLst/>
          </a:prstGeom>
        </p:spPr>
        <p:txBody>
          <a:bodyPr wrap="none">
            <a:spAutoFit/>
          </a:bodyPr>
          <a:lstStyle/>
          <a:p>
            <a:pPr algn="ctr">
              <a:buSzPct val="25000"/>
            </a:pPr>
            <a:r>
              <a:rPr lang="en-GB" altLang="it-IT" b="1" dirty="0" smtClean="0">
                <a:latin typeface="Garamond" pitchFamily="18" charset="0"/>
                <a:ea typeface="Helvetica Neue" pitchFamily="2" charset="0"/>
                <a:cs typeface="Helvetica Neue" pitchFamily="2" charset="0"/>
                <a:sym typeface="Century Gothic" pitchFamily="34" charset="0"/>
              </a:rPr>
              <a:t>Prof.  Maria </a:t>
            </a:r>
            <a:r>
              <a:rPr lang="en-GB" altLang="it-IT" b="1" dirty="0" err="1" smtClean="0">
                <a:latin typeface="Garamond" pitchFamily="18" charset="0"/>
                <a:ea typeface="Helvetica Neue" pitchFamily="2" charset="0"/>
                <a:cs typeface="Helvetica Neue" pitchFamily="2" charset="0"/>
                <a:sym typeface="Century Gothic" pitchFamily="34" charset="0"/>
              </a:rPr>
              <a:t>Bruccoleri</a:t>
            </a:r>
            <a:endParaRPr lang="en-GB" altLang="it-IT" sz="1400" dirty="0">
              <a:latin typeface="Garamond" pitchFamily="18" charset="0"/>
              <a:ea typeface="Helvetica Neue" pitchFamily="2" charset="0"/>
              <a:cs typeface="Helvetica Neue" pitchFamily="2" charset="0"/>
              <a:sym typeface="Century Gothic" pitchFamily="34" charset="0"/>
            </a:endParaRPr>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itolo 11"/>
          <p:cNvSpPr>
            <a:spLocks noGrp="1"/>
          </p:cNvSpPr>
          <p:nvPr>
            <p:ph type="title"/>
          </p:nvPr>
        </p:nvSpPr>
        <p:spPr>
          <a:xfrm>
            <a:off x="457200" y="1225520"/>
            <a:ext cx="8229600" cy="560406"/>
          </a:xfrm>
        </p:spPr>
        <p:txBody>
          <a:bodyPr>
            <a:noAutofit/>
          </a:bodyPr>
          <a:lstStyle/>
          <a:p>
            <a:r>
              <a:rPr lang="en-US" sz="2400" b="1" dirty="0" smtClean="0">
                <a:solidFill>
                  <a:srgbClr val="FF0000"/>
                </a:solidFill>
                <a:latin typeface="Garamond" pitchFamily="18" charset="0"/>
              </a:rPr>
              <a:t>SECURITY BASED ON DESIGN</a:t>
            </a:r>
            <a:endParaRPr lang="it-IT" sz="2300" b="1" dirty="0">
              <a:solidFill>
                <a:srgbClr val="FF0000"/>
              </a:solidFill>
              <a:latin typeface="Garamond" pitchFamily="18" charset="0"/>
            </a:endParaRPr>
          </a:p>
        </p:txBody>
      </p:sp>
      <p:sp>
        <p:nvSpPr>
          <p:cNvPr id="11" name="Segnaposto contenuto 10"/>
          <p:cNvSpPr>
            <a:spLocks noGrp="1"/>
          </p:cNvSpPr>
          <p:nvPr>
            <p:ph idx="1"/>
          </p:nvPr>
        </p:nvSpPr>
        <p:spPr/>
        <p:txBody>
          <a:bodyPr>
            <a:normAutofit/>
          </a:bodyPr>
          <a:lstStyle/>
          <a:p>
            <a:pPr marL="0" indent="0" algn="ctr">
              <a:buNone/>
            </a:pPr>
            <a:endParaRPr lang="en-US" sz="2100" dirty="0" smtClean="0">
              <a:latin typeface="Garamond" pitchFamily="18" charset="0"/>
            </a:endParaRPr>
          </a:p>
          <a:p>
            <a:pPr marL="0" indent="0" algn="ctr">
              <a:buNone/>
            </a:pPr>
            <a:r>
              <a:rPr lang="en-US" sz="2100" dirty="0" smtClean="0">
                <a:latin typeface="Garamond" pitchFamily="18" charset="0"/>
              </a:rPr>
              <a:t>Security based on design or design security means that the software was designed from the ground up to be secure. In this case, security is considered a main feature of the system. Some of the techniques in this approach include: “The least privilege principle”: Each part of the system only has the privileges necessary for its function. </a:t>
            </a:r>
          </a:p>
          <a:p>
            <a:pPr marL="0" indent="0" algn="ctr">
              <a:buNone/>
            </a:pPr>
            <a:r>
              <a:rPr lang="en-US" sz="2100" dirty="0" smtClean="0">
                <a:latin typeface="Garamond" pitchFamily="18" charset="0"/>
              </a:rPr>
              <a:t>That way, even if an attacker gains access to that part, they have limited access and cannot break into the entire system. </a:t>
            </a:r>
          </a:p>
          <a:p>
            <a:pPr marL="0" indent="0" algn="ctr">
              <a:buNone/>
            </a:pPr>
            <a:r>
              <a:rPr lang="en-US" sz="2100" u="sng" dirty="0" smtClean="0">
                <a:latin typeface="Garamond" pitchFamily="18" charset="0"/>
              </a:rPr>
              <a:t>“Code reviews and unit tests”:</a:t>
            </a:r>
            <a:r>
              <a:rPr lang="en-US" sz="2100" dirty="0" smtClean="0">
                <a:latin typeface="Garamond" pitchFamily="18" charset="0"/>
              </a:rPr>
              <a:t> These make modules more secure where proof of formal correctness is not possible.</a:t>
            </a:r>
          </a:p>
        </p:txBody>
      </p:sp>
      <p:sp>
        <p:nvSpPr>
          <p:cNvPr id="13" name="Segnaposto numero diapositiva 12"/>
          <p:cNvSpPr>
            <a:spLocks noGrp="1"/>
          </p:cNvSpPr>
          <p:nvPr>
            <p:ph type="sldNum" sz="quarter" idx="12"/>
          </p:nvPr>
        </p:nvSpPr>
        <p:spPr/>
        <p:txBody>
          <a:bodyPr/>
          <a:lstStyle/>
          <a:p>
            <a:pPr>
              <a:defRPr/>
            </a:pPr>
            <a:fld id="{BDA3CD4A-E96A-43D2-A7ED-09A7935F3B01}" type="slidenum">
              <a:rPr lang="it-IT"/>
              <a:pPr>
                <a:defRPr/>
              </a:pPr>
              <a:t>5</a:t>
            </a:fld>
            <a:endParaRPr lang="it-IT"/>
          </a:p>
        </p:txBody>
      </p:sp>
      <p:sp>
        <p:nvSpPr>
          <p:cNvPr id="14342" name="CasellaDiTesto 8"/>
          <p:cNvSpPr txBox="1">
            <a:spLocks noChangeArrowheads="1"/>
          </p:cNvSpPr>
          <p:nvPr/>
        </p:nvSpPr>
        <p:spPr bwMode="auto">
          <a:xfrm>
            <a:off x="2024584" y="6182766"/>
            <a:ext cx="4895850" cy="519113"/>
          </a:xfrm>
          <a:prstGeom prst="rect">
            <a:avLst/>
          </a:prstGeom>
          <a:noFill/>
          <a:ln w="9525">
            <a:noFill/>
            <a:miter lim="800000"/>
            <a:headEnd/>
            <a:tailEnd/>
          </a:ln>
        </p:spPr>
        <p:txBody>
          <a:bodyPr>
            <a:spAutoFit/>
          </a:bodyPr>
          <a:lstStyle/>
          <a:p>
            <a:pPr marL="14288" algn="ctr">
              <a:tabLst>
                <a:tab pos="4665663" algn="l"/>
              </a:tabLst>
            </a:pPr>
            <a:r>
              <a:rPr lang="it-IT" sz="2800" b="1" dirty="0">
                <a:latin typeface="Garamond" pitchFamily="18" charset="0"/>
              </a:rPr>
              <a:t>www.avvocatobruccoleri.it</a:t>
            </a:r>
          </a:p>
        </p:txBody>
      </p:sp>
      <p:sp>
        <p:nvSpPr>
          <p:cNvPr id="9" name="Freccia a destra 8"/>
          <p:cNvSpPr/>
          <p:nvPr/>
        </p:nvSpPr>
        <p:spPr>
          <a:xfrm>
            <a:off x="7143768" y="5429264"/>
            <a:ext cx="978408" cy="484632"/>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t-IT"/>
          </a:p>
        </p:txBody>
      </p:sp>
      <p:sp>
        <p:nvSpPr>
          <p:cNvPr id="14" name="Rettangolo 13"/>
          <p:cNvSpPr/>
          <p:nvPr/>
        </p:nvSpPr>
        <p:spPr>
          <a:xfrm>
            <a:off x="3214678" y="357166"/>
            <a:ext cx="2437206" cy="369332"/>
          </a:xfrm>
          <a:prstGeom prst="rect">
            <a:avLst/>
          </a:prstGeom>
        </p:spPr>
        <p:txBody>
          <a:bodyPr wrap="none">
            <a:spAutoFit/>
          </a:bodyPr>
          <a:lstStyle/>
          <a:p>
            <a:pPr algn="ctr">
              <a:buSzPct val="25000"/>
            </a:pPr>
            <a:r>
              <a:rPr lang="en-GB" altLang="it-IT" b="1" dirty="0" smtClean="0">
                <a:latin typeface="Garamond" pitchFamily="18" charset="0"/>
                <a:ea typeface="Helvetica Neue" pitchFamily="2" charset="0"/>
                <a:cs typeface="Helvetica Neue" pitchFamily="2" charset="0"/>
                <a:sym typeface="Century Gothic" pitchFamily="34" charset="0"/>
              </a:rPr>
              <a:t>Prof.  Maria </a:t>
            </a:r>
            <a:r>
              <a:rPr lang="en-GB" altLang="it-IT" b="1" dirty="0" err="1" smtClean="0">
                <a:latin typeface="Garamond" pitchFamily="18" charset="0"/>
                <a:ea typeface="Helvetica Neue" pitchFamily="2" charset="0"/>
                <a:cs typeface="Helvetica Neue" pitchFamily="2" charset="0"/>
                <a:sym typeface="Century Gothic" pitchFamily="34" charset="0"/>
              </a:rPr>
              <a:t>Bruccoleri</a:t>
            </a:r>
            <a:endParaRPr lang="en-GB" altLang="it-IT" sz="1400" dirty="0">
              <a:latin typeface="Garamond" pitchFamily="18" charset="0"/>
              <a:ea typeface="Helvetica Neue" pitchFamily="2" charset="0"/>
              <a:cs typeface="Helvetica Neue" pitchFamily="2" charset="0"/>
              <a:sym typeface="Century Gothic" pitchFamily="34" charset="0"/>
            </a:endParaRPr>
          </a:p>
        </p:txBody>
      </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Segnaposto contenuto 10"/>
          <p:cNvSpPr>
            <a:spLocks noGrp="1"/>
          </p:cNvSpPr>
          <p:nvPr>
            <p:ph idx="1"/>
          </p:nvPr>
        </p:nvSpPr>
        <p:spPr>
          <a:xfrm>
            <a:off x="457200" y="1214422"/>
            <a:ext cx="8229600" cy="4525963"/>
          </a:xfrm>
        </p:spPr>
        <p:txBody>
          <a:bodyPr>
            <a:normAutofit lnSpcReduction="10000"/>
          </a:bodyPr>
          <a:lstStyle/>
          <a:p>
            <a:pPr marL="0" indent="0" algn="ctr">
              <a:buNone/>
            </a:pPr>
            <a:endParaRPr lang="en-US" sz="2100" dirty="0" smtClean="0">
              <a:latin typeface="Garamond" pitchFamily="18" charset="0"/>
            </a:endParaRPr>
          </a:p>
          <a:p>
            <a:pPr marL="0" indent="0" algn="ctr">
              <a:buNone/>
            </a:pPr>
            <a:r>
              <a:rPr lang="en-US" sz="2100" u="sng" dirty="0" smtClean="0">
                <a:latin typeface="Garamond" pitchFamily="18" charset="0"/>
              </a:rPr>
              <a:t>“In depth defense”</a:t>
            </a:r>
            <a:r>
              <a:rPr lang="en-US" sz="2100" dirty="0" smtClean="0">
                <a:latin typeface="Garamond" pitchFamily="18" charset="0"/>
              </a:rPr>
              <a:t>: More than one subsystem needs to be hacked to compromise the integrity of the system and the information it contains. “</a:t>
            </a:r>
            <a:r>
              <a:rPr lang="en-US" sz="2100" u="sng" dirty="0" smtClean="0">
                <a:latin typeface="Garamond" pitchFamily="18" charset="0"/>
              </a:rPr>
              <a:t>Default security settings”</a:t>
            </a:r>
            <a:r>
              <a:rPr lang="en-US" sz="2100" dirty="0" smtClean="0">
                <a:latin typeface="Garamond" pitchFamily="18" charset="0"/>
              </a:rPr>
              <a:t> and "fail-secure" instead of "fail-safe systems”: Ideally, a secure system should require a deliberate, well-informed decision by legitimate authorities to make it secure. </a:t>
            </a:r>
          </a:p>
          <a:p>
            <a:pPr marL="0" indent="0" algn="ctr">
              <a:buNone/>
            </a:pPr>
            <a:r>
              <a:rPr lang="en-US" sz="2100" u="sng" dirty="0" smtClean="0">
                <a:latin typeface="Garamond" pitchFamily="18" charset="0"/>
              </a:rPr>
              <a:t>“Audit trail tracking systems”</a:t>
            </a:r>
            <a:r>
              <a:rPr lang="en-US" sz="2100" dirty="0" smtClean="0">
                <a:latin typeface="Garamond" pitchFamily="18" charset="0"/>
              </a:rPr>
              <a:t>: When a security breach occurs, the mechanism and extent of the breach can be determined. </a:t>
            </a:r>
          </a:p>
          <a:p>
            <a:pPr marL="0" indent="0" algn="ctr">
              <a:buNone/>
            </a:pPr>
            <a:r>
              <a:rPr lang="en-US" sz="2100" u="sng" dirty="0" smtClean="0">
                <a:latin typeface="Garamond" pitchFamily="18" charset="0"/>
              </a:rPr>
              <a:t>“Storing audit trails remotely”:</a:t>
            </a:r>
            <a:r>
              <a:rPr lang="en-US" sz="2100" dirty="0" smtClean="0">
                <a:latin typeface="Garamond" pitchFamily="18" charset="0"/>
              </a:rPr>
              <a:t> These are added and can prevent intruders from covering their tracks. </a:t>
            </a:r>
          </a:p>
          <a:p>
            <a:pPr marL="0" indent="0" algn="ctr">
              <a:buNone/>
            </a:pPr>
            <a:endParaRPr lang="en-US" sz="2100" dirty="0" smtClean="0">
              <a:latin typeface="Garamond" pitchFamily="18" charset="0"/>
            </a:endParaRPr>
          </a:p>
          <a:p>
            <a:pPr marL="0" indent="0" algn="ctr">
              <a:buNone/>
            </a:pPr>
            <a:r>
              <a:rPr lang="en-US" sz="2100" u="sng" dirty="0" smtClean="0">
                <a:latin typeface="Garamond" pitchFamily="18" charset="0"/>
              </a:rPr>
              <a:t>“Full disclosure of all vulnerabilities”</a:t>
            </a:r>
            <a:r>
              <a:rPr lang="en-US" sz="2100" dirty="0" smtClean="0">
                <a:latin typeface="Garamond" pitchFamily="18" charset="0"/>
              </a:rPr>
              <a:t>: This will ensure that the "window of vulnerability" is kept open as briefly as possible when bugs are discovered.</a:t>
            </a:r>
          </a:p>
        </p:txBody>
      </p:sp>
      <p:sp>
        <p:nvSpPr>
          <p:cNvPr id="13" name="Segnaposto numero diapositiva 12"/>
          <p:cNvSpPr>
            <a:spLocks noGrp="1"/>
          </p:cNvSpPr>
          <p:nvPr>
            <p:ph type="sldNum" sz="quarter" idx="12"/>
          </p:nvPr>
        </p:nvSpPr>
        <p:spPr/>
        <p:txBody>
          <a:bodyPr/>
          <a:lstStyle/>
          <a:p>
            <a:pPr>
              <a:defRPr/>
            </a:pPr>
            <a:fld id="{BDA3CD4A-E96A-43D2-A7ED-09A7935F3B01}" type="slidenum">
              <a:rPr lang="it-IT"/>
              <a:pPr>
                <a:defRPr/>
              </a:pPr>
              <a:t>6</a:t>
            </a:fld>
            <a:endParaRPr lang="it-IT"/>
          </a:p>
        </p:txBody>
      </p:sp>
      <p:sp>
        <p:nvSpPr>
          <p:cNvPr id="14342" name="CasellaDiTesto 8"/>
          <p:cNvSpPr txBox="1">
            <a:spLocks noChangeArrowheads="1"/>
          </p:cNvSpPr>
          <p:nvPr/>
        </p:nvSpPr>
        <p:spPr bwMode="auto">
          <a:xfrm>
            <a:off x="2024584" y="6182766"/>
            <a:ext cx="4895850" cy="519113"/>
          </a:xfrm>
          <a:prstGeom prst="rect">
            <a:avLst/>
          </a:prstGeom>
          <a:noFill/>
          <a:ln w="9525">
            <a:noFill/>
            <a:miter lim="800000"/>
            <a:headEnd/>
            <a:tailEnd/>
          </a:ln>
        </p:spPr>
        <p:txBody>
          <a:bodyPr>
            <a:spAutoFit/>
          </a:bodyPr>
          <a:lstStyle/>
          <a:p>
            <a:pPr marL="14288" algn="ctr">
              <a:tabLst>
                <a:tab pos="4665663" algn="l"/>
              </a:tabLst>
            </a:pPr>
            <a:r>
              <a:rPr lang="it-IT" sz="2800" b="1" dirty="0">
                <a:latin typeface="Garamond" pitchFamily="18" charset="0"/>
              </a:rPr>
              <a:t>www.avvocatobruccoleri.it</a:t>
            </a:r>
          </a:p>
        </p:txBody>
      </p:sp>
      <p:sp>
        <p:nvSpPr>
          <p:cNvPr id="9" name="Rettangolo 8"/>
          <p:cNvSpPr/>
          <p:nvPr/>
        </p:nvSpPr>
        <p:spPr>
          <a:xfrm>
            <a:off x="3214678" y="357166"/>
            <a:ext cx="2437206" cy="369332"/>
          </a:xfrm>
          <a:prstGeom prst="rect">
            <a:avLst/>
          </a:prstGeom>
        </p:spPr>
        <p:txBody>
          <a:bodyPr wrap="none">
            <a:spAutoFit/>
          </a:bodyPr>
          <a:lstStyle/>
          <a:p>
            <a:pPr algn="ctr">
              <a:buSzPct val="25000"/>
            </a:pPr>
            <a:r>
              <a:rPr lang="en-GB" altLang="it-IT" b="1" dirty="0" smtClean="0">
                <a:latin typeface="Garamond" pitchFamily="18" charset="0"/>
                <a:ea typeface="Helvetica Neue" pitchFamily="2" charset="0"/>
                <a:cs typeface="Helvetica Neue" pitchFamily="2" charset="0"/>
                <a:sym typeface="Century Gothic" pitchFamily="34" charset="0"/>
              </a:rPr>
              <a:t>Prof.  Maria </a:t>
            </a:r>
            <a:r>
              <a:rPr lang="en-GB" altLang="it-IT" b="1" dirty="0" err="1" smtClean="0">
                <a:latin typeface="Garamond" pitchFamily="18" charset="0"/>
                <a:ea typeface="Helvetica Neue" pitchFamily="2" charset="0"/>
                <a:cs typeface="Helvetica Neue" pitchFamily="2" charset="0"/>
                <a:sym typeface="Century Gothic" pitchFamily="34" charset="0"/>
              </a:rPr>
              <a:t>Bruccoleri</a:t>
            </a:r>
            <a:endParaRPr lang="en-GB" altLang="it-IT" sz="1400" dirty="0">
              <a:latin typeface="Garamond" pitchFamily="18" charset="0"/>
              <a:ea typeface="Helvetica Neue" pitchFamily="2" charset="0"/>
              <a:cs typeface="Helvetica Neue" pitchFamily="2" charset="0"/>
              <a:sym typeface="Century Gothic" pitchFamily="34" charset="0"/>
            </a:endParaRPr>
          </a:p>
        </p:txBody>
      </p: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itolo 11"/>
          <p:cNvSpPr>
            <a:spLocks noGrp="1"/>
          </p:cNvSpPr>
          <p:nvPr>
            <p:ph type="title"/>
          </p:nvPr>
        </p:nvSpPr>
        <p:spPr>
          <a:xfrm>
            <a:off x="457200" y="1225520"/>
            <a:ext cx="8229600" cy="560406"/>
          </a:xfrm>
        </p:spPr>
        <p:txBody>
          <a:bodyPr>
            <a:noAutofit/>
          </a:bodyPr>
          <a:lstStyle/>
          <a:p>
            <a:r>
              <a:rPr lang="it-IT" sz="2300" b="1" dirty="0" smtClean="0">
                <a:solidFill>
                  <a:srgbClr val="FF0000"/>
                </a:solidFill>
                <a:latin typeface="Garamond" pitchFamily="18" charset="0"/>
              </a:rPr>
              <a:t>SECURITY ARCHITECTURE</a:t>
            </a:r>
            <a:endParaRPr lang="it-IT" sz="2300" b="1" dirty="0">
              <a:solidFill>
                <a:srgbClr val="FF0000"/>
              </a:solidFill>
              <a:latin typeface="Garamond" pitchFamily="18" charset="0"/>
            </a:endParaRPr>
          </a:p>
        </p:txBody>
      </p:sp>
      <p:sp>
        <p:nvSpPr>
          <p:cNvPr id="11" name="Segnaposto contenuto 10"/>
          <p:cNvSpPr>
            <a:spLocks noGrp="1"/>
          </p:cNvSpPr>
          <p:nvPr>
            <p:ph idx="1"/>
          </p:nvPr>
        </p:nvSpPr>
        <p:spPr/>
        <p:txBody>
          <a:bodyPr>
            <a:normAutofit/>
          </a:bodyPr>
          <a:lstStyle/>
          <a:p>
            <a:pPr marL="0" indent="0" algn="ctr">
              <a:buNone/>
            </a:pPr>
            <a:endParaRPr lang="en-US" sz="2100" dirty="0" smtClean="0">
              <a:latin typeface="Garamond" pitchFamily="18" charset="0"/>
            </a:endParaRPr>
          </a:p>
          <a:p>
            <a:pPr marL="0" indent="0" algn="ctr">
              <a:buNone/>
            </a:pPr>
            <a:r>
              <a:rPr lang="en-US" sz="2100" dirty="0" smtClean="0">
                <a:latin typeface="Garamond" pitchFamily="18" charset="0"/>
              </a:rPr>
              <a:t>The Open Security Architecture organization defines IT security architecture as those "design artifacts," which describe the location of security controls (security countermeasures) and how they relate to the overall IT architecture. These controls serve the purpose of maintaining important system attributes: confidentiality, integrity, availability, liability, and insurance services. </a:t>
            </a:r>
            <a:r>
              <a:rPr lang="en-US" sz="2100" dirty="0" err="1" smtClean="0">
                <a:latin typeface="Garamond" pitchFamily="18" charset="0"/>
              </a:rPr>
              <a:t>Techopedia</a:t>
            </a:r>
            <a:r>
              <a:rPr lang="en-US" sz="2100" dirty="0" smtClean="0">
                <a:latin typeface="Garamond" pitchFamily="18" charset="0"/>
              </a:rPr>
              <a:t> defines security architecture as "a unified security design that addresses the needs and potential risks involved in a given scenario or environment.</a:t>
            </a:r>
          </a:p>
        </p:txBody>
      </p:sp>
      <p:sp>
        <p:nvSpPr>
          <p:cNvPr id="13" name="Segnaposto numero diapositiva 12"/>
          <p:cNvSpPr>
            <a:spLocks noGrp="1"/>
          </p:cNvSpPr>
          <p:nvPr>
            <p:ph type="sldNum" sz="quarter" idx="12"/>
          </p:nvPr>
        </p:nvSpPr>
        <p:spPr/>
        <p:txBody>
          <a:bodyPr/>
          <a:lstStyle/>
          <a:p>
            <a:pPr>
              <a:defRPr/>
            </a:pPr>
            <a:fld id="{BDA3CD4A-E96A-43D2-A7ED-09A7935F3B01}" type="slidenum">
              <a:rPr lang="it-IT"/>
              <a:pPr>
                <a:defRPr/>
              </a:pPr>
              <a:t>7</a:t>
            </a:fld>
            <a:endParaRPr lang="it-IT"/>
          </a:p>
        </p:txBody>
      </p:sp>
      <p:sp>
        <p:nvSpPr>
          <p:cNvPr id="14342" name="CasellaDiTesto 8"/>
          <p:cNvSpPr txBox="1">
            <a:spLocks noChangeArrowheads="1"/>
          </p:cNvSpPr>
          <p:nvPr/>
        </p:nvSpPr>
        <p:spPr bwMode="auto">
          <a:xfrm>
            <a:off x="2024584" y="6182766"/>
            <a:ext cx="4895850" cy="519113"/>
          </a:xfrm>
          <a:prstGeom prst="rect">
            <a:avLst/>
          </a:prstGeom>
          <a:noFill/>
          <a:ln w="9525">
            <a:noFill/>
            <a:miter lim="800000"/>
            <a:headEnd/>
            <a:tailEnd/>
          </a:ln>
        </p:spPr>
        <p:txBody>
          <a:bodyPr>
            <a:spAutoFit/>
          </a:bodyPr>
          <a:lstStyle/>
          <a:p>
            <a:pPr marL="14288" algn="ctr">
              <a:tabLst>
                <a:tab pos="4665663" algn="l"/>
              </a:tabLst>
            </a:pPr>
            <a:r>
              <a:rPr lang="it-IT" sz="2800" b="1" dirty="0">
                <a:latin typeface="Garamond" pitchFamily="18" charset="0"/>
              </a:rPr>
              <a:t>www.avvocatobruccoleri.it</a:t>
            </a:r>
          </a:p>
        </p:txBody>
      </p:sp>
      <p:sp>
        <p:nvSpPr>
          <p:cNvPr id="14" name="Freccia a destra 13"/>
          <p:cNvSpPr/>
          <p:nvPr/>
        </p:nvSpPr>
        <p:spPr>
          <a:xfrm>
            <a:off x="7500958" y="5429264"/>
            <a:ext cx="764094" cy="35719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t-IT"/>
          </a:p>
        </p:txBody>
      </p:sp>
      <p:sp>
        <p:nvSpPr>
          <p:cNvPr id="15" name="Rettangolo 14"/>
          <p:cNvSpPr/>
          <p:nvPr/>
        </p:nvSpPr>
        <p:spPr>
          <a:xfrm>
            <a:off x="3214678" y="357166"/>
            <a:ext cx="2437206" cy="369332"/>
          </a:xfrm>
          <a:prstGeom prst="rect">
            <a:avLst/>
          </a:prstGeom>
        </p:spPr>
        <p:txBody>
          <a:bodyPr wrap="none">
            <a:spAutoFit/>
          </a:bodyPr>
          <a:lstStyle/>
          <a:p>
            <a:pPr algn="ctr">
              <a:buSzPct val="25000"/>
            </a:pPr>
            <a:r>
              <a:rPr lang="en-GB" altLang="it-IT" b="1" dirty="0" smtClean="0">
                <a:latin typeface="Garamond" pitchFamily="18" charset="0"/>
                <a:ea typeface="Helvetica Neue" pitchFamily="2" charset="0"/>
                <a:cs typeface="Helvetica Neue" pitchFamily="2" charset="0"/>
                <a:sym typeface="Century Gothic" pitchFamily="34" charset="0"/>
              </a:rPr>
              <a:t>Prof.  Maria </a:t>
            </a:r>
            <a:r>
              <a:rPr lang="en-GB" altLang="it-IT" b="1" dirty="0" err="1" smtClean="0">
                <a:latin typeface="Garamond" pitchFamily="18" charset="0"/>
                <a:ea typeface="Helvetica Neue" pitchFamily="2" charset="0"/>
                <a:cs typeface="Helvetica Neue" pitchFamily="2" charset="0"/>
                <a:sym typeface="Century Gothic" pitchFamily="34" charset="0"/>
              </a:rPr>
              <a:t>Bruccoleri</a:t>
            </a:r>
            <a:endParaRPr lang="en-GB" altLang="it-IT" sz="1400" dirty="0">
              <a:latin typeface="Garamond" pitchFamily="18" charset="0"/>
              <a:ea typeface="Helvetica Neue" pitchFamily="2" charset="0"/>
              <a:cs typeface="Helvetica Neue" pitchFamily="2" charset="0"/>
              <a:sym typeface="Century Gothic" pitchFamily="34" charset="0"/>
            </a:endParaRPr>
          </a:p>
        </p:txBody>
      </p: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itolo 11"/>
          <p:cNvSpPr>
            <a:spLocks noGrp="1"/>
          </p:cNvSpPr>
          <p:nvPr>
            <p:ph type="title"/>
          </p:nvPr>
        </p:nvSpPr>
        <p:spPr>
          <a:xfrm>
            <a:off x="457200" y="1225520"/>
            <a:ext cx="8229600" cy="560406"/>
          </a:xfrm>
        </p:spPr>
        <p:txBody>
          <a:bodyPr>
            <a:noAutofit/>
          </a:bodyPr>
          <a:lstStyle/>
          <a:p>
            <a:endParaRPr lang="it-IT" sz="2300" b="1" dirty="0">
              <a:solidFill>
                <a:srgbClr val="FF0000"/>
              </a:solidFill>
              <a:latin typeface="Garamond" pitchFamily="18" charset="0"/>
            </a:endParaRPr>
          </a:p>
        </p:txBody>
      </p:sp>
      <p:sp>
        <p:nvSpPr>
          <p:cNvPr id="11" name="Segnaposto contenuto 10"/>
          <p:cNvSpPr>
            <a:spLocks noGrp="1"/>
          </p:cNvSpPr>
          <p:nvPr>
            <p:ph idx="1"/>
          </p:nvPr>
        </p:nvSpPr>
        <p:spPr/>
        <p:txBody>
          <a:bodyPr>
            <a:normAutofit/>
          </a:bodyPr>
          <a:lstStyle/>
          <a:p>
            <a:pPr marL="0" indent="0" algn="ctr">
              <a:buNone/>
            </a:pPr>
            <a:endParaRPr lang="en-US" sz="2200" dirty="0" smtClean="0">
              <a:latin typeface="Garamond" pitchFamily="18" charset="0"/>
            </a:endParaRPr>
          </a:p>
          <a:p>
            <a:pPr marL="0" indent="0" algn="ctr">
              <a:buNone/>
            </a:pPr>
            <a:endParaRPr lang="en-US" sz="2200" dirty="0" smtClean="0">
              <a:latin typeface="Garamond" pitchFamily="18" charset="0"/>
            </a:endParaRPr>
          </a:p>
          <a:p>
            <a:pPr marL="0" indent="0" algn="ctr">
              <a:buNone/>
            </a:pPr>
            <a:r>
              <a:rPr lang="en-US" sz="2200" dirty="0" smtClean="0">
                <a:latin typeface="Garamond" pitchFamily="18" charset="0"/>
              </a:rPr>
              <a:t>The key attributes of security architecture are as follows:</a:t>
            </a:r>
          </a:p>
          <a:p>
            <a:pPr marL="0" indent="0" algn="ctr">
              <a:buFontTx/>
              <a:buChar char="-"/>
            </a:pPr>
            <a:r>
              <a:rPr lang="en-US" sz="2200" dirty="0" smtClean="0">
                <a:latin typeface="Garamond" pitchFamily="18" charset="0"/>
              </a:rPr>
              <a:t>The relationship between the different components and how they depend on each other.- The determination of controls based on risk assessment, good practices, finances, and legal issues.</a:t>
            </a:r>
          </a:p>
          <a:p>
            <a:pPr marL="0" indent="0" algn="ctr">
              <a:buFontTx/>
              <a:buChar char="-"/>
            </a:pPr>
            <a:r>
              <a:rPr lang="en-US" sz="2200" dirty="0" smtClean="0">
                <a:latin typeface="Garamond" pitchFamily="18" charset="0"/>
              </a:rPr>
              <a:t> Standardization of controls. </a:t>
            </a:r>
          </a:p>
        </p:txBody>
      </p:sp>
      <p:sp>
        <p:nvSpPr>
          <p:cNvPr id="13" name="Segnaposto numero diapositiva 12"/>
          <p:cNvSpPr>
            <a:spLocks noGrp="1"/>
          </p:cNvSpPr>
          <p:nvPr>
            <p:ph type="sldNum" sz="quarter" idx="12"/>
          </p:nvPr>
        </p:nvSpPr>
        <p:spPr/>
        <p:txBody>
          <a:bodyPr/>
          <a:lstStyle/>
          <a:p>
            <a:pPr>
              <a:defRPr/>
            </a:pPr>
            <a:fld id="{BDA3CD4A-E96A-43D2-A7ED-09A7935F3B01}" type="slidenum">
              <a:rPr lang="it-IT"/>
              <a:pPr>
                <a:defRPr/>
              </a:pPr>
              <a:t>8</a:t>
            </a:fld>
            <a:endParaRPr lang="it-IT"/>
          </a:p>
        </p:txBody>
      </p:sp>
      <p:sp>
        <p:nvSpPr>
          <p:cNvPr id="14342" name="CasellaDiTesto 8"/>
          <p:cNvSpPr txBox="1">
            <a:spLocks noChangeArrowheads="1"/>
          </p:cNvSpPr>
          <p:nvPr/>
        </p:nvSpPr>
        <p:spPr bwMode="auto">
          <a:xfrm>
            <a:off x="2024584" y="6182766"/>
            <a:ext cx="4895850" cy="519113"/>
          </a:xfrm>
          <a:prstGeom prst="rect">
            <a:avLst/>
          </a:prstGeom>
          <a:noFill/>
          <a:ln w="9525">
            <a:noFill/>
            <a:miter lim="800000"/>
            <a:headEnd/>
            <a:tailEnd/>
          </a:ln>
        </p:spPr>
        <p:txBody>
          <a:bodyPr>
            <a:spAutoFit/>
          </a:bodyPr>
          <a:lstStyle/>
          <a:p>
            <a:pPr marL="14288" algn="ctr">
              <a:tabLst>
                <a:tab pos="4665663" algn="l"/>
              </a:tabLst>
            </a:pPr>
            <a:r>
              <a:rPr lang="it-IT" sz="2800" b="1" dirty="0">
                <a:latin typeface="Garamond" pitchFamily="18" charset="0"/>
              </a:rPr>
              <a:t>www.avvocatobruccoleri.it</a:t>
            </a:r>
          </a:p>
        </p:txBody>
      </p:sp>
      <p:sp>
        <p:nvSpPr>
          <p:cNvPr id="9" name="Rettangolo 8"/>
          <p:cNvSpPr/>
          <p:nvPr/>
        </p:nvSpPr>
        <p:spPr>
          <a:xfrm>
            <a:off x="3214678" y="357166"/>
            <a:ext cx="2437206" cy="369332"/>
          </a:xfrm>
          <a:prstGeom prst="rect">
            <a:avLst/>
          </a:prstGeom>
        </p:spPr>
        <p:txBody>
          <a:bodyPr wrap="none">
            <a:spAutoFit/>
          </a:bodyPr>
          <a:lstStyle/>
          <a:p>
            <a:pPr algn="ctr">
              <a:buSzPct val="25000"/>
            </a:pPr>
            <a:r>
              <a:rPr lang="en-GB" altLang="it-IT" b="1" dirty="0" smtClean="0">
                <a:latin typeface="Garamond" pitchFamily="18" charset="0"/>
                <a:ea typeface="Helvetica Neue" pitchFamily="2" charset="0"/>
                <a:cs typeface="Helvetica Neue" pitchFamily="2" charset="0"/>
                <a:sym typeface="Century Gothic" pitchFamily="34" charset="0"/>
              </a:rPr>
              <a:t>Prof.  Maria </a:t>
            </a:r>
            <a:r>
              <a:rPr lang="en-GB" altLang="it-IT" b="1" dirty="0" err="1" smtClean="0">
                <a:latin typeface="Garamond" pitchFamily="18" charset="0"/>
                <a:ea typeface="Helvetica Neue" pitchFamily="2" charset="0"/>
                <a:cs typeface="Helvetica Neue" pitchFamily="2" charset="0"/>
                <a:sym typeface="Century Gothic" pitchFamily="34" charset="0"/>
              </a:rPr>
              <a:t>Bruccoleri</a:t>
            </a:r>
            <a:endParaRPr lang="en-GB" altLang="it-IT" sz="1400" dirty="0">
              <a:latin typeface="Garamond" pitchFamily="18" charset="0"/>
              <a:ea typeface="Helvetica Neue" pitchFamily="2" charset="0"/>
              <a:cs typeface="Helvetica Neue" pitchFamily="2" charset="0"/>
              <a:sym typeface="Century Gothic" pitchFamily="34" charset="0"/>
            </a:endParaRPr>
          </a:p>
        </p:txBody>
      </p:sp>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itolo 11"/>
          <p:cNvSpPr>
            <a:spLocks noGrp="1"/>
          </p:cNvSpPr>
          <p:nvPr>
            <p:ph type="title"/>
          </p:nvPr>
        </p:nvSpPr>
        <p:spPr>
          <a:xfrm>
            <a:off x="457200" y="1225520"/>
            <a:ext cx="8229600" cy="560406"/>
          </a:xfrm>
        </p:spPr>
        <p:txBody>
          <a:bodyPr>
            <a:noAutofit/>
          </a:bodyPr>
          <a:lstStyle/>
          <a:p>
            <a:r>
              <a:rPr lang="it-IT" sz="2300" b="1" dirty="0" smtClean="0">
                <a:solidFill>
                  <a:srgbClr val="FF0000"/>
                </a:solidFill>
                <a:latin typeface="Garamond" pitchFamily="18" charset="0"/>
              </a:rPr>
              <a:t>SECURITY MEASURES: FIREWALLS</a:t>
            </a:r>
            <a:endParaRPr lang="it-IT" sz="2300" b="1" dirty="0">
              <a:solidFill>
                <a:srgbClr val="FF0000"/>
              </a:solidFill>
              <a:latin typeface="Garamond" pitchFamily="18" charset="0"/>
            </a:endParaRPr>
          </a:p>
        </p:txBody>
      </p:sp>
      <p:sp>
        <p:nvSpPr>
          <p:cNvPr id="11" name="Segnaposto contenuto 10"/>
          <p:cNvSpPr>
            <a:spLocks noGrp="1"/>
          </p:cNvSpPr>
          <p:nvPr>
            <p:ph idx="1"/>
          </p:nvPr>
        </p:nvSpPr>
        <p:spPr/>
        <p:txBody>
          <a:bodyPr>
            <a:normAutofit/>
          </a:bodyPr>
          <a:lstStyle/>
          <a:p>
            <a:pPr marL="0" indent="0" algn="ctr">
              <a:buNone/>
            </a:pPr>
            <a:endParaRPr lang="en-US" sz="2000" dirty="0" smtClean="0">
              <a:latin typeface="Garamond" pitchFamily="18" charset="0"/>
            </a:endParaRPr>
          </a:p>
          <a:p>
            <a:pPr marL="0" indent="0" algn="ctr">
              <a:buNone/>
            </a:pPr>
            <a:r>
              <a:rPr lang="en-US" sz="2000" dirty="0" smtClean="0">
                <a:latin typeface="Garamond" pitchFamily="18" charset="0"/>
              </a:rPr>
              <a:t>A "secure" computer is the conceptual ideal, achieved through three processes: threat prevention, detection, and response. </a:t>
            </a:r>
          </a:p>
          <a:p>
            <a:pPr marL="0" indent="0" algn="ctr">
              <a:buNone/>
            </a:pPr>
            <a:r>
              <a:rPr lang="en-US" sz="2000" dirty="0" smtClean="0">
                <a:latin typeface="Garamond" pitchFamily="18" charset="0"/>
              </a:rPr>
              <a:t>These processes are based on different system components and policies, which include the following:- User account access controls and encryption </a:t>
            </a:r>
            <a:r>
              <a:rPr lang="en-US" sz="2000" dirty="0" err="1" smtClean="0">
                <a:latin typeface="Garamond" pitchFamily="18" charset="0"/>
              </a:rPr>
              <a:t>toprotect</a:t>
            </a:r>
            <a:r>
              <a:rPr lang="en-US" sz="2000" dirty="0" smtClean="0">
                <a:latin typeface="Garamond" pitchFamily="18" charset="0"/>
              </a:rPr>
              <a:t> system files and data respectively.</a:t>
            </a:r>
          </a:p>
          <a:p>
            <a:pPr marL="0" indent="0" algn="ctr">
              <a:buNone/>
            </a:pPr>
            <a:endParaRPr lang="en-US" sz="2000" dirty="0" smtClean="0">
              <a:latin typeface="Garamond" pitchFamily="18" charset="0"/>
            </a:endParaRPr>
          </a:p>
          <a:p>
            <a:pPr marL="0" indent="0" algn="ctr">
              <a:buNone/>
            </a:pPr>
            <a:r>
              <a:rPr lang="en-US" sz="2000" dirty="0" smtClean="0">
                <a:latin typeface="Garamond" pitchFamily="18" charset="0"/>
              </a:rPr>
              <a:t>Firewalls are by far the most common prevention systems, from the point of view of network security. If properly configured, they can shield access to internal network services and block certain types of attacks, through packet filtering. </a:t>
            </a:r>
          </a:p>
          <a:p>
            <a:pPr marL="0" indent="0" algn="ctr">
              <a:buNone/>
            </a:pPr>
            <a:r>
              <a:rPr lang="en-US" sz="2000" dirty="0" smtClean="0">
                <a:latin typeface="Garamond" pitchFamily="18" charset="0"/>
              </a:rPr>
              <a:t>Firewalls can be hardware or software based.</a:t>
            </a:r>
          </a:p>
        </p:txBody>
      </p:sp>
      <p:sp>
        <p:nvSpPr>
          <p:cNvPr id="13" name="Segnaposto numero diapositiva 12"/>
          <p:cNvSpPr>
            <a:spLocks noGrp="1"/>
          </p:cNvSpPr>
          <p:nvPr>
            <p:ph type="sldNum" sz="quarter" idx="12"/>
          </p:nvPr>
        </p:nvSpPr>
        <p:spPr/>
        <p:txBody>
          <a:bodyPr/>
          <a:lstStyle/>
          <a:p>
            <a:pPr>
              <a:defRPr/>
            </a:pPr>
            <a:fld id="{BDA3CD4A-E96A-43D2-A7ED-09A7935F3B01}" type="slidenum">
              <a:rPr lang="it-IT"/>
              <a:pPr>
                <a:defRPr/>
              </a:pPr>
              <a:t>9</a:t>
            </a:fld>
            <a:endParaRPr lang="it-IT"/>
          </a:p>
        </p:txBody>
      </p:sp>
      <p:sp>
        <p:nvSpPr>
          <p:cNvPr id="14342" name="CasellaDiTesto 8"/>
          <p:cNvSpPr txBox="1">
            <a:spLocks noChangeArrowheads="1"/>
          </p:cNvSpPr>
          <p:nvPr/>
        </p:nvSpPr>
        <p:spPr bwMode="auto">
          <a:xfrm>
            <a:off x="2024584" y="6182766"/>
            <a:ext cx="4895850" cy="519113"/>
          </a:xfrm>
          <a:prstGeom prst="rect">
            <a:avLst/>
          </a:prstGeom>
          <a:noFill/>
          <a:ln w="9525">
            <a:noFill/>
            <a:miter lim="800000"/>
            <a:headEnd/>
            <a:tailEnd/>
          </a:ln>
        </p:spPr>
        <p:txBody>
          <a:bodyPr>
            <a:spAutoFit/>
          </a:bodyPr>
          <a:lstStyle/>
          <a:p>
            <a:pPr marL="14288" algn="ctr">
              <a:tabLst>
                <a:tab pos="4665663" algn="l"/>
              </a:tabLst>
            </a:pPr>
            <a:r>
              <a:rPr lang="it-IT" sz="2800" b="1" dirty="0">
                <a:latin typeface="Garamond" pitchFamily="18" charset="0"/>
              </a:rPr>
              <a:t>www.avvocatobruccoleri.it</a:t>
            </a:r>
          </a:p>
        </p:txBody>
      </p:sp>
      <p:sp>
        <p:nvSpPr>
          <p:cNvPr id="9" name="Rettangolo 8"/>
          <p:cNvSpPr/>
          <p:nvPr/>
        </p:nvSpPr>
        <p:spPr>
          <a:xfrm>
            <a:off x="3214678" y="357166"/>
            <a:ext cx="2437206" cy="369332"/>
          </a:xfrm>
          <a:prstGeom prst="rect">
            <a:avLst/>
          </a:prstGeom>
        </p:spPr>
        <p:txBody>
          <a:bodyPr wrap="none">
            <a:spAutoFit/>
          </a:bodyPr>
          <a:lstStyle/>
          <a:p>
            <a:pPr algn="ctr">
              <a:buSzPct val="25000"/>
            </a:pPr>
            <a:r>
              <a:rPr lang="en-GB" altLang="it-IT" b="1" dirty="0" smtClean="0">
                <a:latin typeface="Garamond" pitchFamily="18" charset="0"/>
                <a:ea typeface="Helvetica Neue" pitchFamily="2" charset="0"/>
                <a:cs typeface="Helvetica Neue" pitchFamily="2" charset="0"/>
                <a:sym typeface="Century Gothic" pitchFamily="34" charset="0"/>
              </a:rPr>
              <a:t>Prof.  Maria </a:t>
            </a:r>
            <a:r>
              <a:rPr lang="en-GB" altLang="it-IT" b="1" dirty="0" err="1" smtClean="0">
                <a:latin typeface="Garamond" pitchFamily="18" charset="0"/>
                <a:ea typeface="Helvetica Neue" pitchFamily="2" charset="0"/>
                <a:cs typeface="Helvetica Neue" pitchFamily="2" charset="0"/>
                <a:sym typeface="Century Gothic" pitchFamily="34" charset="0"/>
              </a:rPr>
              <a:t>Bruccoleri</a:t>
            </a:r>
            <a:endParaRPr lang="en-GB" altLang="it-IT" sz="1400" dirty="0">
              <a:latin typeface="Garamond" pitchFamily="18" charset="0"/>
              <a:ea typeface="Helvetica Neue" pitchFamily="2" charset="0"/>
              <a:cs typeface="Helvetica Neue" pitchFamily="2" charset="0"/>
              <a:sym typeface="Century Gothic" pitchFamily="34" charset="0"/>
            </a:endParaRPr>
          </a:p>
        </p:txBody>
      </p:sp>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Segnaposto contenuto 10"/>
          <p:cNvSpPr>
            <a:spLocks noGrp="1"/>
          </p:cNvSpPr>
          <p:nvPr>
            <p:ph idx="1"/>
          </p:nvPr>
        </p:nvSpPr>
        <p:spPr/>
        <p:txBody>
          <a:bodyPr>
            <a:normAutofit/>
          </a:bodyPr>
          <a:lstStyle/>
          <a:p>
            <a:pPr marL="0" indent="0" algn="ctr">
              <a:buNone/>
            </a:pPr>
            <a:r>
              <a:rPr lang="en-US" sz="2200" u="sng" dirty="0" smtClean="0">
                <a:latin typeface="Garamond" pitchFamily="18" charset="0"/>
              </a:rPr>
              <a:t>Intrusion detection systems</a:t>
            </a:r>
            <a:r>
              <a:rPr lang="en-US" sz="2200" dirty="0" smtClean="0">
                <a:latin typeface="Garamond" pitchFamily="18" charset="0"/>
              </a:rPr>
              <a:t> (IDS) are designed to detect ongoing network attacks and assist in post-attack forensics, while audit trails and logs perform a similar function in individual systems. </a:t>
            </a:r>
          </a:p>
          <a:p>
            <a:pPr marL="0" indent="0" algn="ctr">
              <a:buNone/>
            </a:pPr>
            <a:r>
              <a:rPr lang="en-US" sz="2200" u="sng" dirty="0" smtClean="0">
                <a:latin typeface="Garamond" pitchFamily="18" charset="0"/>
              </a:rPr>
              <a:t>The "response" to a data breach is necessarily defined by the security requirements</a:t>
            </a:r>
            <a:r>
              <a:rPr lang="en-US" sz="2200" dirty="0" smtClean="0">
                <a:latin typeface="Garamond" pitchFamily="18" charset="0"/>
              </a:rPr>
              <a:t>, assessed in a single system and can cover the gamut from simply updating protections to notifying law enforcement authorities. </a:t>
            </a:r>
          </a:p>
        </p:txBody>
      </p:sp>
      <p:sp>
        <p:nvSpPr>
          <p:cNvPr id="13" name="Segnaposto numero diapositiva 12"/>
          <p:cNvSpPr>
            <a:spLocks noGrp="1"/>
          </p:cNvSpPr>
          <p:nvPr>
            <p:ph type="sldNum" sz="quarter" idx="12"/>
          </p:nvPr>
        </p:nvSpPr>
        <p:spPr/>
        <p:txBody>
          <a:bodyPr/>
          <a:lstStyle/>
          <a:p>
            <a:pPr>
              <a:defRPr/>
            </a:pPr>
            <a:fld id="{BDA3CD4A-E96A-43D2-A7ED-09A7935F3B01}" type="slidenum">
              <a:rPr lang="it-IT"/>
              <a:pPr>
                <a:defRPr/>
              </a:pPr>
              <a:t>10</a:t>
            </a:fld>
            <a:endParaRPr lang="it-IT"/>
          </a:p>
        </p:txBody>
      </p:sp>
      <p:sp>
        <p:nvSpPr>
          <p:cNvPr id="14342" name="CasellaDiTesto 8"/>
          <p:cNvSpPr txBox="1">
            <a:spLocks noChangeArrowheads="1"/>
          </p:cNvSpPr>
          <p:nvPr/>
        </p:nvSpPr>
        <p:spPr bwMode="auto">
          <a:xfrm>
            <a:off x="2024584" y="6182766"/>
            <a:ext cx="4895850" cy="519113"/>
          </a:xfrm>
          <a:prstGeom prst="rect">
            <a:avLst/>
          </a:prstGeom>
          <a:noFill/>
          <a:ln w="9525">
            <a:noFill/>
            <a:miter lim="800000"/>
            <a:headEnd/>
            <a:tailEnd/>
          </a:ln>
        </p:spPr>
        <p:txBody>
          <a:bodyPr>
            <a:spAutoFit/>
          </a:bodyPr>
          <a:lstStyle/>
          <a:p>
            <a:pPr marL="14288" algn="ctr">
              <a:tabLst>
                <a:tab pos="4665663" algn="l"/>
              </a:tabLst>
            </a:pPr>
            <a:r>
              <a:rPr lang="it-IT" sz="2800" b="1" dirty="0">
                <a:latin typeface="Garamond" pitchFamily="18" charset="0"/>
              </a:rPr>
              <a:t>www.avvocatobruccoleri.it</a:t>
            </a:r>
          </a:p>
        </p:txBody>
      </p:sp>
      <p:sp>
        <p:nvSpPr>
          <p:cNvPr id="9" name="Rettangolo 8"/>
          <p:cNvSpPr/>
          <p:nvPr/>
        </p:nvSpPr>
        <p:spPr>
          <a:xfrm>
            <a:off x="3214678" y="357166"/>
            <a:ext cx="2437206" cy="369332"/>
          </a:xfrm>
          <a:prstGeom prst="rect">
            <a:avLst/>
          </a:prstGeom>
        </p:spPr>
        <p:txBody>
          <a:bodyPr wrap="none">
            <a:spAutoFit/>
          </a:bodyPr>
          <a:lstStyle/>
          <a:p>
            <a:pPr algn="ctr">
              <a:buSzPct val="25000"/>
            </a:pPr>
            <a:r>
              <a:rPr lang="en-GB" altLang="it-IT" b="1" dirty="0" smtClean="0">
                <a:latin typeface="Garamond" pitchFamily="18" charset="0"/>
                <a:ea typeface="Helvetica Neue" pitchFamily="2" charset="0"/>
                <a:cs typeface="Helvetica Neue" pitchFamily="2" charset="0"/>
                <a:sym typeface="Century Gothic" pitchFamily="34" charset="0"/>
              </a:rPr>
              <a:t>Prof.  Maria </a:t>
            </a:r>
            <a:r>
              <a:rPr lang="en-GB" altLang="it-IT" b="1" dirty="0" err="1" smtClean="0">
                <a:latin typeface="Garamond" pitchFamily="18" charset="0"/>
                <a:ea typeface="Helvetica Neue" pitchFamily="2" charset="0"/>
                <a:cs typeface="Helvetica Neue" pitchFamily="2" charset="0"/>
                <a:sym typeface="Century Gothic" pitchFamily="34" charset="0"/>
              </a:rPr>
              <a:t>Bruccoleri</a:t>
            </a:r>
            <a:endParaRPr lang="en-GB" altLang="it-IT" sz="1400" dirty="0">
              <a:latin typeface="Garamond" pitchFamily="18" charset="0"/>
              <a:ea typeface="Helvetica Neue" pitchFamily="2" charset="0"/>
              <a:cs typeface="Helvetica Neue" pitchFamily="2" charset="0"/>
              <a:sym typeface="Century Gothic" pitchFamily="34" charset="0"/>
            </a:endParaRPr>
          </a:p>
        </p:txBody>
      </p:sp>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Segnaposto contenuto 10"/>
          <p:cNvSpPr>
            <a:spLocks noGrp="1"/>
          </p:cNvSpPr>
          <p:nvPr>
            <p:ph idx="1"/>
          </p:nvPr>
        </p:nvSpPr>
        <p:spPr/>
        <p:txBody>
          <a:bodyPr>
            <a:normAutofit/>
          </a:bodyPr>
          <a:lstStyle/>
          <a:p>
            <a:pPr marL="0" indent="0" algn="ctr">
              <a:buNone/>
            </a:pPr>
            <a:r>
              <a:rPr lang="en-US" sz="2200" u="sng" dirty="0" smtClean="0">
                <a:latin typeface="Garamond" pitchFamily="18" charset="0"/>
              </a:rPr>
              <a:t>Cyber ​​security today consists mostly of "preventive" measures</a:t>
            </a:r>
            <a:r>
              <a:rPr lang="en-US" sz="2200" dirty="0" smtClean="0">
                <a:latin typeface="Garamond" pitchFamily="18" charset="0"/>
              </a:rPr>
              <a:t> such as firewalls or exit procedures. </a:t>
            </a:r>
          </a:p>
          <a:p>
            <a:pPr marL="0" indent="0" algn="ctr">
              <a:buNone/>
            </a:pPr>
            <a:r>
              <a:rPr lang="en-US" sz="2200" u="sng" dirty="0" smtClean="0">
                <a:latin typeface="Garamond" pitchFamily="18" charset="0"/>
              </a:rPr>
              <a:t>A firewall</a:t>
            </a:r>
            <a:r>
              <a:rPr lang="en-US" sz="2200" dirty="0" smtClean="0">
                <a:latin typeface="Garamond" pitchFamily="18" charset="0"/>
              </a:rPr>
              <a:t> can also be defined as a way of filtering network data between a host or network and another network, such as the Internet. It can be implemented as software running on the device, hooking into the network stack to provide real-time filtering and blocking.</a:t>
            </a:r>
          </a:p>
          <a:p>
            <a:pPr marL="0" indent="0" algn="ctr">
              <a:buNone/>
            </a:pPr>
            <a:r>
              <a:rPr lang="en-US" sz="2200" dirty="0" smtClean="0">
                <a:latin typeface="Garamond" pitchFamily="18" charset="0"/>
              </a:rPr>
              <a:t> Another implementation is a so-called </a:t>
            </a:r>
            <a:r>
              <a:rPr lang="en-US" sz="2200" u="sng" dirty="0" smtClean="0">
                <a:latin typeface="Garamond" pitchFamily="18" charset="0"/>
              </a:rPr>
              <a:t>"physical firewall,"</a:t>
            </a:r>
            <a:r>
              <a:rPr lang="en-US" sz="2200" dirty="0" smtClean="0">
                <a:latin typeface="Garamond" pitchFamily="18" charset="0"/>
              </a:rPr>
              <a:t> which consists of a separate device that filters network traffic.</a:t>
            </a:r>
          </a:p>
        </p:txBody>
      </p:sp>
      <p:sp>
        <p:nvSpPr>
          <p:cNvPr id="13" name="Segnaposto numero diapositiva 12"/>
          <p:cNvSpPr>
            <a:spLocks noGrp="1"/>
          </p:cNvSpPr>
          <p:nvPr>
            <p:ph type="sldNum" sz="quarter" idx="12"/>
          </p:nvPr>
        </p:nvSpPr>
        <p:spPr/>
        <p:txBody>
          <a:bodyPr/>
          <a:lstStyle/>
          <a:p>
            <a:pPr>
              <a:defRPr/>
            </a:pPr>
            <a:fld id="{BDA3CD4A-E96A-43D2-A7ED-09A7935F3B01}" type="slidenum">
              <a:rPr lang="it-IT"/>
              <a:pPr>
                <a:defRPr/>
              </a:pPr>
              <a:t>11</a:t>
            </a:fld>
            <a:endParaRPr lang="it-IT"/>
          </a:p>
        </p:txBody>
      </p:sp>
      <p:sp>
        <p:nvSpPr>
          <p:cNvPr id="14342" name="CasellaDiTesto 8"/>
          <p:cNvSpPr txBox="1">
            <a:spLocks noChangeArrowheads="1"/>
          </p:cNvSpPr>
          <p:nvPr/>
        </p:nvSpPr>
        <p:spPr bwMode="auto">
          <a:xfrm>
            <a:off x="2024584" y="6182766"/>
            <a:ext cx="4895850" cy="519113"/>
          </a:xfrm>
          <a:prstGeom prst="rect">
            <a:avLst/>
          </a:prstGeom>
          <a:noFill/>
          <a:ln w="9525">
            <a:noFill/>
            <a:miter lim="800000"/>
            <a:headEnd/>
            <a:tailEnd/>
          </a:ln>
        </p:spPr>
        <p:txBody>
          <a:bodyPr>
            <a:spAutoFit/>
          </a:bodyPr>
          <a:lstStyle/>
          <a:p>
            <a:pPr marL="14288" algn="ctr">
              <a:tabLst>
                <a:tab pos="4665663" algn="l"/>
              </a:tabLst>
            </a:pPr>
            <a:r>
              <a:rPr lang="it-IT" sz="2800" b="1" dirty="0">
                <a:latin typeface="Garamond" pitchFamily="18" charset="0"/>
              </a:rPr>
              <a:t>www.avvocatobruccoleri.it</a:t>
            </a:r>
          </a:p>
        </p:txBody>
      </p:sp>
      <p:sp>
        <p:nvSpPr>
          <p:cNvPr id="9" name="Rettangolo 8"/>
          <p:cNvSpPr/>
          <p:nvPr/>
        </p:nvSpPr>
        <p:spPr>
          <a:xfrm>
            <a:off x="3214678" y="357166"/>
            <a:ext cx="2437206" cy="369332"/>
          </a:xfrm>
          <a:prstGeom prst="rect">
            <a:avLst/>
          </a:prstGeom>
        </p:spPr>
        <p:txBody>
          <a:bodyPr wrap="none">
            <a:spAutoFit/>
          </a:bodyPr>
          <a:lstStyle/>
          <a:p>
            <a:pPr algn="ctr">
              <a:buSzPct val="25000"/>
            </a:pPr>
            <a:r>
              <a:rPr lang="en-GB" altLang="it-IT" b="1" dirty="0" smtClean="0">
                <a:latin typeface="Garamond" pitchFamily="18" charset="0"/>
                <a:ea typeface="Helvetica Neue" pitchFamily="2" charset="0"/>
                <a:cs typeface="Helvetica Neue" pitchFamily="2" charset="0"/>
                <a:sym typeface="Century Gothic" pitchFamily="34" charset="0"/>
              </a:rPr>
              <a:t>Prof.  Maria </a:t>
            </a:r>
            <a:r>
              <a:rPr lang="en-GB" altLang="it-IT" b="1" dirty="0" err="1" smtClean="0">
                <a:latin typeface="Garamond" pitchFamily="18" charset="0"/>
                <a:ea typeface="Helvetica Neue" pitchFamily="2" charset="0"/>
                <a:cs typeface="Helvetica Neue" pitchFamily="2" charset="0"/>
                <a:sym typeface="Century Gothic" pitchFamily="34" charset="0"/>
              </a:rPr>
              <a:t>Bruccoleri</a:t>
            </a:r>
            <a:endParaRPr lang="en-GB" altLang="it-IT" sz="1400" dirty="0">
              <a:latin typeface="Garamond" pitchFamily="18" charset="0"/>
              <a:ea typeface="Helvetica Neue" pitchFamily="2" charset="0"/>
              <a:cs typeface="Helvetica Neue" pitchFamily="2" charset="0"/>
              <a:sym typeface="Century Gothic" pitchFamily="34" charset="0"/>
            </a:endParaRPr>
          </a:p>
        </p:txBody>
      </p:sp>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Segnaposto contenuto 10"/>
          <p:cNvSpPr>
            <a:spLocks noGrp="1"/>
          </p:cNvSpPr>
          <p:nvPr>
            <p:ph idx="1"/>
          </p:nvPr>
        </p:nvSpPr>
        <p:spPr>
          <a:xfrm>
            <a:off x="457200" y="1285860"/>
            <a:ext cx="8229600" cy="4525963"/>
          </a:xfrm>
        </p:spPr>
        <p:txBody>
          <a:bodyPr>
            <a:normAutofit/>
          </a:bodyPr>
          <a:lstStyle/>
          <a:p>
            <a:pPr marL="0" indent="0" algn="ctr">
              <a:buNone/>
            </a:pPr>
            <a:endParaRPr lang="en-US" sz="2200" dirty="0" smtClean="0">
              <a:latin typeface="Garamond" pitchFamily="18" charset="0"/>
            </a:endParaRPr>
          </a:p>
          <a:p>
            <a:pPr marL="0" indent="0" algn="ctr">
              <a:buNone/>
            </a:pPr>
            <a:r>
              <a:rPr lang="en-US" sz="2200" dirty="0" smtClean="0">
                <a:latin typeface="Garamond" pitchFamily="18" charset="0"/>
              </a:rPr>
              <a:t>Firewalls are common among machines that are permanently connected to the Internet. </a:t>
            </a:r>
          </a:p>
          <a:p>
            <a:pPr marL="0" indent="0" algn="ctr">
              <a:buNone/>
            </a:pPr>
            <a:r>
              <a:rPr lang="en-US" sz="2200" dirty="0" smtClean="0">
                <a:latin typeface="Garamond" pitchFamily="18" charset="0"/>
              </a:rPr>
              <a:t>Some organizations are turning to big data platforms, to extend data accessibility and machine learning to detect advanced and persistent threats. Today, however, very few organizations maintain information systems with effective tracking systems. </a:t>
            </a:r>
          </a:p>
          <a:p>
            <a:pPr marL="0" indent="0" algn="ctr">
              <a:buNone/>
            </a:pPr>
            <a:endParaRPr lang="en-US" sz="2200" dirty="0" smtClean="0">
              <a:latin typeface="Garamond" pitchFamily="18" charset="0"/>
            </a:endParaRPr>
          </a:p>
          <a:p>
            <a:pPr marL="0" indent="0" algn="ctr">
              <a:buNone/>
            </a:pPr>
            <a:r>
              <a:rPr lang="en-US" sz="2200" dirty="0" smtClean="0">
                <a:latin typeface="Garamond" pitchFamily="18" charset="0"/>
              </a:rPr>
              <a:t>As a result, "Companies, for the first time, report losing more to electronic data theft than to physical asset theft.</a:t>
            </a:r>
          </a:p>
        </p:txBody>
      </p:sp>
      <p:sp>
        <p:nvSpPr>
          <p:cNvPr id="13" name="Segnaposto numero diapositiva 12"/>
          <p:cNvSpPr>
            <a:spLocks noGrp="1"/>
          </p:cNvSpPr>
          <p:nvPr>
            <p:ph type="sldNum" sz="quarter" idx="12"/>
          </p:nvPr>
        </p:nvSpPr>
        <p:spPr/>
        <p:txBody>
          <a:bodyPr/>
          <a:lstStyle/>
          <a:p>
            <a:pPr>
              <a:defRPr/>
            </a:pPr>
            <a:fld id="{BDA3CD4A-E96A-43D2-A7ED-09A7935F3B01}" type="slidenum">
              <a:rPr lang="it-IT"/>
              <a:pPr>
                <a:defRPr/>
              </a:pPr>
              <a:t>12</a:t>
            </a:fld>
            <a:endParaRPr lang="it-IT"/>
          </a:p>
        </p:txBody>
      </p:sp>
      <p:sp>
        <p:nvSpPr>
          <p:cNvPr id="14342" name="CasellaDiTesto 8"/>
          <p:cNvSpPr txBox="1">
            <a:spLocks noChangeArrowheads="1"/>
          </p:cNvSpPr>
          <p:nvPr/>
        </p:nvSpPr>
        <p:spPr bwMode="auto">
          <a:xfrm>
            <a:off x="2024584" y="6182766"/>
            <a:ext cx="4895850" cy="519113"/>
          </a:xfrm>
          <a:prstGeom prst="rect">
            <a:avLst/>
          </a:prstGeom>
          <a:noFill/>
          <a:ln w="9525">
            <a:noFill/>
            <a:miter lim="800000"/>
            <a:headEnd/>
            <a:tailEnd/>
          </a:ln>
        </p:spPr>
        <p:txBody>
          <a:bodyPr>
            <a:spAutoFit/>
          </a:bodyPr>
          <a:lstStyle/>
          <a:p>
            <a:pPr marL="14288" algn="ctr">
              <a:tabLst>
                <a:tab pos="4665663" algn="l"/>
              </a:tabLst>
            </a:pPr>
            <a:r>
              <a:rPr lang="it-IT" sz="2800" b="1" dirty="0">
                <a:latin typeface="Garamond" pitchFamily="18" charset="0"/>
              </a:rPr>
              <a:t>www.avvocatobruccoleri.it</a:t>
            </a:r>
          </a:p>
        </p:txBody>
      </p:sp>
      <p:sp>
        <p:nvSpPr>
          <p:cNvPr id="9" name="Rettangolo 8"/>
          <p:cNvSpPr/>
          <p:nvPr/>
        </p:nvSpPr>
        <p:spPr>
          <a:xfrm>
            <a:off x="3214678" y="357166"/>
            <a:ext cx="2437206" cy="369332"/>
          </a:xfrm>
          <a:prstGeom prst="rect">
            <a:avLst/>
          </a:prstGeom>
        </p:spPr>
        <p:txBody>
          <a:bodyPr wrap="none">
            <a:spAutoFit/>
          </a:bodyPr>
          <a:lstStyle/>
          <a:p>
            <a:pPr algn="ctr">
              <a:buSzPct val="25000"/>
            </a:pPr>
            <a:r>
              <a:rPr lang="en-GB" altLang="it-IT" b="1" dirty="0" smtClean="0">
                <a:latin typeface="Garamond" pitchFamily="18" charset="0"/>
                <a:ea typeface="Helvetica Neue" pitchFamily="2" charset="0"/>
                <a:cs typeface="Helvetica Neue" pitchFamily="2" charset="0"/>
                <a:sym typeface="Century Gothic" pitchFamily="34" charset="0"/>
              </a:rPr>
              <a:t>Prof.  Maria </a:t>
            </a:r>
            <a:r>
              <a:rPr lang="en-GB" altLang="it-IT" b="1" dirty="0" err="1" smtClean="0">
                <a:latin typeface="Garamond" pitchFamily="18" charset="0"/>
                <a:ea typeface="Helvetica Neue" pitchFamily="2" charset="0"/>
                <a:cs typeface="Helvetica Neue" pitchFamily="2" charset="0"/>
                <a:sym typeface="Century Gothic" pitchFamily="34" charset="0"/>
              </a:rPr>
              <a:t>Bruccoleri</a:t>
            </a:r>
            <a:endParaRPr lang="en-GB" altLang="it-IT" sz="1400" dirty="0">
              <a:latin typeface="Garamond" pitchFamily="18" charset="0"/>
              <a:ea typeface="Helvetica Neue" pitchFamily="2" charset="0"/>
              <a:cs typeface="Helvetica Neue" pitchFamily="2" charset="0"/>
              <a:sym typeface="Century Gothic" pitchFamily="34" charset="0"/>
            </a:endParaRPr>
          </a:p>
        </p:txBody>
      </p:sp>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Segnaposto contenuto 10"/>
          <p:cNvSpPr>
            <a:spLocks noGrp="1"/>
          </p:cNvSpPr>
          <p:nvPr>
            <p:ph idx="1"/>
          </p:nvPr>
        </p:nvSpPr>
        <p:spPr>
          <a:xfrm>
            <a:off x="457200" y="1071546"/>
            <a:ext cx="8229600" cy="4525963"/>
          </a:xfrm>
        </p:spPr>
        <p:txBody>
          <a:bodyPr>
            <a:normAutofit/>
          </a:bodyPr>
          <a:lstStyle/>
          <a:p>
            <a:pPr marL="0" indent="0" algn="ctr">
              <a:buNone/>
            </a:pPr>
            <a:endParaRPr lang="en-US" sz="2200" dirty="0" smtClean="0">
              <a:latin typeface="Garamond" pitchFamily="18" charset="0"/>
            </a:endParaRPr>
          </a:p>
          <a:p>
            <a:pPr marL="0" indent="0" algn="ctr">
              <a:buNone/>
            </a:pPr>
            <a:endParaRPr lang="en-US" sz="2200" dirty="0" smtClean="0">
              <a:latin typeface="Garamond" pitchFamily="18" charset="0"/>
            </a:endParaRPr>
          </a:p>
          <a:p>
            <a:pPr marL="0" indent="0" algn="ctr">
              <a:buNone/>
            </a:pPr>
            <a:r>
              <a:rPr lang="en-US" sz="2200" dirty="0" smtClean="0">
                <a:latin typeface="Garamond" pitchFamily="18" charset="0"/>
              </a:rPr>
              <a:t>To ensure adequate security, confidentiality, integrity, and availability of a network, better known as the CIA triad (Confidentiality, Integrity, Availability), the network must be protected. CIA is considered the foundation of information security.</a:t>
            </a:r>
          </a:p>
          <a:p>
            <a:pPr marL="0" indent="0" algn="ctr">
              <a:buNone/>
            </a:pPr>
            <a:r>
              <a:rPr lang="en-US" sz="2200" dirty="0" smtClean="0">
                <a:latin typeface="Garamond" pitchFamily="18" charset="0"/>
              </a:rPr>
              <a:t> To achieve these objectives, administrative, physical, and technical security measures must be adopted. </a:t>
            </a:r>
          </a:p>
        </p:txBody>
      </p:sp>
      <p:sp>
        <p:nvSpPr>
          <p:cNvPr id="13" name="Segnaposto numero diapositiva 12"/>
          <p:cNvSpPr>
            <a:spLocks noGrp="1"/>
          </p:cNvSpPr>
          <p:nvPr>
            <p:ph type="sldNum" sz="quarter" idx="12"/>
          </p:nvPr>
        </p:nvSpPr>
        <p:spPr/>
        <p:txBody>
          <a:bodyPr/>
          <a:lstStyle/>
          <a:p>
            <a:pPr>
              <a:defRPr/>
            </a:pPr>
            <a:fld id="{BDA3CD4A-E96A-43D2-A7ED-09A7935F3B01}" type="slidenum">
              <a:rPr lang="it-IT"/>
              <a:pPr>
                <a:defRPr/>
              </a:pPr>
              <a:t>13</a:t>
            </a:fld>
            <a:endParaRPr lang="it-IT"/>
          </a:p>
        </p:txBody>
      </p:sp>
      <p:sp>
        <p:nvSpPr>
          <p:cNvPr id="14342" name="CasellaDiTesto 8"/>
          <p:cNvSpPr txBox="1">
            <a:spLocks noChangeArrowheads="1"/>
          </p:cNvSpPr>
          <p:nvPr/>
        </p:nvSpPr>
        <p:spPr bwMode="auto">
          <a:xfrm>
            <a:off x="2024584" y="6182766"/>
            <a:ext cx="4895850" cy="519113"/>
          </a:xfrm>
          <a:prstGeom prst="rect">
            <a:avLst/>
          </a:prstGeom>
          <a:noFill/>
          <a:ln w="9525">
            <a:noFill/>
            <a:miter lim="800000"/>
            <a:headEnd/>
            <a:tailEnd/>
          </a:ln>
        </p:spPr>
        <p:txBody>
          <a:bodyPr>
            <a:spAutoFit/>
          </a:bodyPr>
          <a:lstStyle/>
          <a:p>
            <a:pPr marL="14288" algn="ctr">
              <a:tabLst>
                <a:tab pos="4665663" algn="l"/>
              </a:tabLst>
            </a:pPr>
            <a:r>
              <a:rPr lang="it-IT" sz="2800" b="1" dirty="0">
                <a:latin typeface="Garamond" pitchFamily="18" charset="0"/>
              </a:rPr>
              <a:t>www.avvocatobruccoleri.it</a:t>
            </a:r>
          </a:p>
        </p:txBody>
      </p:sp>
      <p:sp>
        <p:nvSpPr>
          <p:cNvPr id="9" name="Rettangolo 8"/>
          <p:cNvSpPr/>
          <p:nvPr/>
        </p:nvSpPr>
        <p:spPr>
          <a:xfrm>
            <a:off x="3214678" y="357166"/>
            <a:ext cx="2437206" cy="369332"/>
          </a:xfrm>
          <a:prstGeom prst="rect">
            <a:avLst/>
          </a:prstGeom>
        </p:spPr>
        <p:txBody>
          <a:bodyPr wrap="none">
            <a:spAutoFit/>
          </a:bodyPr>
          <a:lstStyle/>
          <a:p>
            <a:pPr algn="ctr">
              <a:buSzPct val="25000"/>
            </a:pPr>
            <a:r>
              <a:rPr lang="en-GB" altLang="it-IT" b="1" dirty="0" smtClean="0">
                <a:latin typeface="Garamond" pitchFamily="18" charset="0"/>
                <a:ea typeface="Helvetica Neue" pitchFamily="2" charset="0"/>
                <a:cs typeface="Helvetica Neue" pitchFamily="2" charset="0"/>
                <a:sym typeface="Century Gothic" pitchFamily="34" charset="0"/>
              </a:rPr>
              <a:t>Prof.  Maria </a:t>
            </a:r>
            <a:r>
              <a:rPr lang="en-GB" altLang="it-IT" b="1" dirty="0" err="1" smtClean="0">
                <a:latin typeface="Garamond" pitchFamily="18" charset="0"/>
                <a:ea typeface="Helvetica Neue" pitchFamily="2" charset="0"/>
                <a:cs typeface="Helvetica Neue" pitchFamily="2" charset="0"/>
                <a:sym typeface="Century Gothic" pitchFamily="34" charset="0"/>
              </a:rPr>
              <a:t>Bruccoleri</a:t>
            </a:r>
            <a:endParaRPr lang="en-GB" altLang="it-IT" sz="1400" dirty="0">
              <a:latin typeface="Garamond" pitchFamily="18" charset="0"/>
              <a:ea typeface="Helvetica Neue" pitchFamily="2" charset="0"/>
              <a:cs typeface="Helvetica Neue" pitchFamily="2" charset="0"/>
              <a:sym typeface="Century Gothic" pitchFamily="34" charset="0"/>
            </a:endParaRPr>
          </a:p>
        </p:txBody>
      </p:sp>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itolo 11"/>
          <p:cNvSpPr>
            <a:spLocks noGrp="1"/>
          </p:cNvSpPr>
          <p:nvPr>
            <p:ph type="title"/>
          </p:nvPr>
        </p:nvSpPr>
        <p:spPr>
          <a:xfrm>
            <a:off x="457200" y="1225520"/>
            <a:ext cx="8229600" cy="560406"/>
          </a:xfrm>
        </p:spPr>
        <p:txBody>
          <a:bodyPr>
            <a:noAutofit/>
          </a:bodyPr>
          <a:lstStyle/>
          <a:p>
            <a:r>
              <a:rPr lang="it-IT" sz="2200" b="1" dirty="0" smtClean="0">
                <a:solidFill>
                  <a:srgbClr val="FF0000"/>
                </a:solidFill>
                <a:latin typeface="Garamond" pitchFamily="18" charset="0"/>
              </a:rPr>
              <a:t>VULNERABILITY MANAGEMENT</a:t>
            </a:r>
            <a:endParaRPr lang="it-IT" sz="2200" b="1" dirty="0">
              <a:solidFill>
                <a:srgbClr val="FF0000"/>
              </a:solidFill>
              <a:latin typeface="Garamond" pitchFamily="18" charset="0"/>
            </a:endParaRPr>
          </a:p>
        </p:txBody>
      </p:sp>
      <p:sp>
        <p:nvSpPr>
          <p:cNvPr id="11" name="Segnaposto contenuto 10"/>
          <p:cNvSpPr>
            <a:spLocks noGrp="1"/>
          </p:cNvSpPr>
          <p:nvPr>
            <p:ph idx="1"/>
          </p:nvPr>
        </p:nvSpPr>
        <p:spPr/>
        <p:txBody>
          <a:bodyPr>
            <a:normAutofit/>
          </a:bodyPr>
          <a:lstStyle/>
          <a:p>
            <a:pPr marL="0" indent="0" algn="ctr">
              <a:buNone/>
            </a:pPr>
            <a:endParaRPr lang="en-US" sz="2200" dirty="0" smtClean="0">
              <a:latin typeface="Garamond" pitchFamily="18" charset="0"/>
            </a:endParaRPr>
          </a:p>
          <a:p>
            <a:pPr marL="0" indent="0" algn="ctr">
              <a:buNone/>
            </a:pPr>
            <a:r>
              <a:rPr lang="en-US" sz="2000" dirty="0" smtClean="0">
                <a:latin typeface="Garamond" pitchFamily="18" charset="0"/>
              </a:rPr>
              <a:t>Vulnerability management is the cycle of identifying and fixing or mitigating vulnerabilities, particularly in software and firmware. </a:t>
            </a:r>
          </a:p>
          <a:p>
            <a:pPr marL="0" indent="0" algn="ctr">
              <a:buNone/>
            </a:pPr>
            <a:r>
              <a:rPr lang="en-US" sz="2000" dirty="0" smtClean="0">
                <a:latin typeface="Garamond" pitchFamily="18" charset="0"/>
              </a:rPr>
              <a:t>Vulnerability management is an integral part of both computer and network security. </a:t>
            </a:r>
          </a:p>
          <a:p>
            <a:pPr marL="0" indent="0" algn="ctr">
              <a:buNone/>
            </a:pPr>
            <a:r>
              <a:rPr lang="en-US" sz="2000" dirty="0" smtClean="0">
                <a:latin typeface="Garamond" pitchFamily="18" charset="0"/>
              </a:rPr>
              <a:t>Vulnerabilities can be discovered with a vulnerability scanner, which scans a computer system, looking for known vulnerabilities such as open ports, insecure software configuration, and susceptibility to malware. </a:t>
            </a:r>
          </a:p>
          <a:p>
            <a:pPr marL="0" indent="0" algn="ctr">
              <a:buNone/>
            </a:pPr>
            <a:r>
              <a:rPr lang="en-US" sz="2000" dirty="0" smtClean="0">
                <a:latin typeface="Garamond" pitchFamily="18" charset="0"/>
              </a:rPr>
              <a:t>For these tools to be effective, they need to be kept up-to-date, with each new update released by vendors. In addition to vulnerability scanning, many organizations hire </a:t>
            </a:r>
            <a:r>
              <a:rPr lang="en-US" sz="2000" u="sng" dirty="0" smtClean="0">
                <a:latin typeface="Garamond" pitchFamily="18" charset="0"/>
              </a:rPr>
              <a:t>external security auditors</a:t>
            </a:r>
            <a:r>
              <a:rPr lang="en-US" sz="2000" dirty="0" smtClean="0">
                <a:latin typeface="Garamond" pitchFamily="18" charset="0"/>
              </a:rPr>
              <a:t> to perform regular penetration testing of their systems to identify vulnerabilities.</a:t>
            </a:r>
          </a:p>
        </p:txBody>
      </p:sp>
      <p:sp>
        <p:nvSpPr>
          <p:cNvPr id="13" name="Segnaposto numero diapositiva 12"/>
          <p:cNvSpPr>
            <a:spLocks noGrp="1"/>
          </p:cNvSpPr>
          <p:nvPr>
            <p:ph type="sldNum" sz="quarter" idx="12"/>
          </p:nvPr>
        </p:nvSpPr>
        <p:spPr/>
        <p:txBody>
          <a:bodyPr/>
          <a:lstStyle/>
          <a:p>
            <a:pPr>
              <a:defRPr/>
            </a:pPr>
            <a:fld id="{BDA3CD4A-E96A-43D2-A7ED-09A7935F3B01}" type="slidenum">
              <a:rPr lang="it-IT"/>
              <a:pPr>
                <a:defRPr/>
              </a:pPr>
              <a:t>14</a:t>
            </a:fld>
            <a:endParaRPr lang="it-IT"/>
          </a:p>
        </p:txBody>
      </p:sp>
      <p:sp>
        <p:nvSpPr>
          <p:cNvPr id="14342" name="CasellaDiTesto 8"/>
          <p:cNvSpPr txBox="1">
            <a:spLocks noChangeArrowheads="1"/>
          </p:cNvSpPr>
          <p:nvPr/>
        </p:nvSpPr>
        <p:spPr bwMode="auto">
          <a:xfrm>
            <a:off x="2024584" y="6182766"/>
            <a:ext cx="4895850" cy="519113"/>
          </a:xfrm>
          <a:prstGeom prst="rect">
            <a:avLst/>
          </a:prstGeom>
          <a:noFill/>
          <a:ln w="9525">
            <a:noFill/>
            <a:miter lim="800000"/>
            <a:headEnd/>
            <a:tailEnd/>
          </a:ln>
        </p:spPr>
        <p:txBody>
          <a:bodyPr>
            <a:spAutoFit/>
          </a:bodyPr>
          <a:lstStyle/>
          <a:p>
            <a:pPr marL="14288" algn="ctr">
              <a:tabLst>
                <a:tab pos="4665663" algn="l"/>
              </a:tabLst>
            </a:pPr>
            <a:r>
              <a:rPr lang="it-IT" sz="2800" b="1" dirty="0">
                <a:latin typeface="Garamond" pitchFamily="18" charset="0"/>
              </a:rPr>
              <a:t>www.avvocatobruccoleri.it</a:t>
            </a:r>
          </a:p>
        </p:txBody>
      </p:sp>
      <p:sp>
        <p:nvSpPr>
          <p:cNvPr id="9" name="Rettangolo 8"/>
          <p:cNvSpPr/>
          <p:nvPr/>
        </p:nvSpPr>
        <p:spPr>
          <a:xfrm>
            <a:off x="3214678" y="357166"/>
            <a:ext cx="2437206" cy="369332"/>
          </a:xfrm>
          <a:prstGeom prst="rect">
            <a:avLst/>
          </a:prstGeom>
        </p:spPr>
        <p:txBody>
          <a:bodyPr wrap="none">
            <a:spAutoFit/>
          </a:bodyPr>
          <a:lstStyle/>
          <a:p>
            <a:pPr algn="ctr">
              <a:buSzPct val="25000"/>
            </a:pPr>
            <a:r>
              <a:rPr lang="en-GB" altLang="it-IT" b="1" dirty="0" smtClean="0">
                <a:latin typeface="Garamond" pitchFamily="18" charset="0"/>
                <a:ea typeface="Helvetica Neue" pitchFamily="2" charset="0"/>
                <a:cs typeface="Helvetica Neue" pitchFamily="2" charset="0"/>
                <a:sym typeface="Century Gothic" pitchFamily="34" charset="0"/>
              </a:rPr>
              <a:t>Prof.  Maria </a:t>
            </a:r>
            <a:r>
              <a:rPr lang="en-GB" altLang="it-IT" b="1" dirty="0" err="1" smtClean="0">
                <a:latin typeface="Garamond" pitchFamily="18" charset="0"/>
                <a:ea typeface="Helvetica Neue" pitchFamily="2" charset="0"/>
                <a:cs typeface="Helvetica Neue" pitchFamily="2" charset="0"/>
                <a:sym typeface="Century Gothic" pitchFamily="34" charset="0"/>
              </a:rPr>
              <a:t>Bruccoleri</a:t>
            </a:r>
            <a:endParaRPr lang="en-GB" altLang="it-IT" sz="1400" dirty="0">
              <a:latin typeface="Garamond" pitchFamily="18" charset="0"/>
              <a:ea typeface="Helvetica Neue" pitchFamily="2" charset="0"/>
              <a:cs typeface="Helvetica Neue" pitchFamily="2" charset="0"/>
              <a:sym typeface="Century Gothic" pitchFamily="34" charset="0"/>
            </a:endParaRPr>
          </a:p>
        </p:txBody>
      </p:sp>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itolo 11"/>
          <p:cNvSpPr>
            <a:spLocks noGrp="1"/>
          </p:cNvSpPr>
          <p:nvPr>
            <p:ph type="title"/>
          </p:nvPr>
        </p:nvSpPr>
        <p:spPr>
          <a:xfrm>
            <a:off x="457200" y="1225520"/>
            <a:ext cx="8229600" cy="560406"/>
          </a:xfrm>
        </p:spPr>
        <p:txBody>
          <a:bodyPr>
            <a:noAutofit/>
          </a:bodyPr>
          <a:lstStyle/>
          <a:p>
            <a:r>
              <a:rPr lang="it-IT" sz="2300" b="1" dirty="0" smtClean="0">
                <a:solidFill>
                  <a:srgbClr val="FF0000"/>
                </a:solidFill>
                <a:latin typeface="Garamond" pitchFamily="18" charset="0"/>
              </a:rPr>
              <a:t>VULNERABILITY REDUCTION</a:t>
            </a:r>
            <a:endParaRPr lang="it-IT" sz="2300" b="1" dirty="0">
              <a:solidFill>
                <a:srgbClr val="FF0000"/>
              </a:solidFill>
              <a:latin typeface="Garamond" pitchFamily="18" charset="0"/>
            </a:endParaRPr>
          </a:p>
        </p:txBody>
      </p:sp>
      <p:sp>
        <p:nvSpPr>
          <p:cNvPr id="11" name="Segnaposto contenuto 10"/>
          <p:cNvSpPr>
            <a:spLocks noGrp="1"/>
          </p:cNvSpPr>
          <p:nvPr>
            <p:ph idx="1"/>
          </p:nvPr>
        </p:nvSpPr>
        <p:spPr/>
        <p:txBody>
          <a:bodyPr>
            <a:normAutofit/>
          </a:bodyPr>
          <a:lstStyle/>
          <a:p>
            <a:pPr marL="0" indent="0" algn="ctr">
              <a:buNone/>
            </a:pPr>
            <a:endParaRPr lang="en-US" sz="2200" dirty="0" smtClean="0">
              <a:latin typeface="Garamond" pitchFamily="18" charset="0"/>
            </a:endParaRPr>
          </a:p>
          <a:p>
            <a:pPr marL="0" indent="0" algn="ctr">
              <a:buNone/>
            </a:pPr>
            <a:r>
              <a:rPr lang="en-US" sz="2000" dirty="0" smtClean="0">
                <a:latin typeface="Garamond" pitchFamily="18" charset="0"/>
              </a:rPr>
              <a:t>Although a formal verification of the correctness of IT systems is possible, it is not yet common practice among all organizations. </a:t>
            </a:r>
          </a:p>
          <a:p>
            <a:pPr marL="0" indent="0" algn="ctr">
              <a:buNone/>
            </a:pPr>
            <a:r>
              <a:rPr lang="en-US" sz="2000" u="sng" dirty="0" smtClean="0">
                <a:latin typeface="Garamond" pitchFamily="18" charset="0"/>
              </a:rPr>
              <a:t>Two-factor authentication </a:t>
            </a:r>
            <a:r>
              <a:rPr lang="en-US" sz="2000" dirty="0" smtClean="0">
                <a:latin typeface="Garamond" pitchFamily="18" charset="0"/>
              </a:rPr>
              <a:t>has been identified as a method to mitigate unauthorized access to a system or to sensitive information. </a:t>
            </a:r>
          </a:p>
          <a:p>
            <a:pPr marL="0" indent="0" algn="ctr">
              <a:buNone/>
            </a:pPr>
            <a:r>
              <a:rPr lang="en-US" sz="2000" dirty="0" smtClean="0">
                <a:latin typeface="Garamond" pitchFamily="18" charset="0"/>
              </a:rPr>
              <a:t>It requires </a:t>
            </a:r>
            <a:r>
              <a:rPr lang="en-US" sz="2000" u="sng" dirty="0" smtClean="0">
                <a:latin typeface="Garamond" pitchFamily="18" charset="0"/>
              </a:rPr>
              <a:t>"something you know"</a:t>
            </a:r>
            <a:r>
              <a:rPr lang="en-US" sz="2000" dirty="0" smtClean="0">
                <a:latin typeface="Garamond" pitchFamily="18" charset="0"/>
              </a:rPr>
              <a:t>: a password or PIN and </a:t>
            </a:r>
            <a:r>
              <a:rPr lang="en-US" sz="2000" u="sng" dirty="0" smtClean="0">
                <a:latin typeface="Garamond" pitchFamily="18" charset="0"/>
              </a:rPr>
              <a:t>"something you have"</a:t>
            </a:r>
            <a:r>
              <a:rPr lang="en-US" sz="2000" dirty="0" smtClean="0">
                <a:latin typeface="Garamond" pitchFamily="18" charset="0"/>
              </a:rPr>
              <a:t>: a card, dongle, cell phone, or other piece of hardware. This increases security since an unauthorized person needs both to gain access. </a:t>
            </a:r>
          </a:p>
        </p:txBody>
      </p:sp>
      <p:sp>
        <p:nvSpPr>
          <p:cNvPr id="13" name="Segnaposto numero diapositiva 12"/>
          <p:cNvSpPr>
            <a:spLocks noGrp="1"/>
          </p:cNvSpPr>
          <p:nvPr>
            <p:ph type="sldNum" sz="quarter" idx="12"/>
          </p:nvPr>
        </p:nvSpPr>
        <p:spPr/>
        <p:txBody>
          <a:bodyPr/>
          <a:lstStyle/>
          <a:p>
            <a:pPr>
              <a:defRPr/>
            </a:pPr>
            <a:fld id="{BDA3CD4A-E96A-43D2-A7ED-09A7935F3B01}" type="slidenum">
              <a:rPr lang="it-IT"/>
              <a:pPr>
                <a:defRPr/>
              </a:pPr>
              <a:t>15</a:t>
            </a:fld>
            <a:endParaRPr lang="it-IT"/>
          </a:p>
        </p:txBody>
      </p:sp>
      <p:sp>
        <p:nvSpPr>
          <p:cNvPr id="14342" name="CasellaDiTesto 8"/>
          <p:cNvSpPr txBox="1">
            <a:spLocks noChangeArrowheads="1"/>
          </p:cNvSpPr>
          <p:nvPr/>
        </p:nvSpPr>
        <p:spPr bwMode="auto">
          <a:xfrm>
            <a:off x="2024584" y="6182766"/>
            <a:ext cx="4895850" cy="519113"/>
          </a:xfrm>
          <a:prstGeom prst="rect">
            <a:avLst/>
          </a:prstGeom>
          <a:noFill/>
          <a:ln w="9525">
            <a:noFill/>
            <a:miter lim="800000"/>
            <a:headEnd/>
            <a:tailEnd/>
          </a:ln>
        </p:spPr>
        <p:txBody>
          <a:bodyPr>
            <a:spAutoFit/>
          </a:bodyPr>
          <a:lstStyle/>
          <a:p>
            <a:pPr marL="14288" algn="ctr">
              <a:tabLst>
                <a:tab pos="4665663" algn="l"/>
              </a:tabLst>
            </a:pPr>
            <a:r>
              <a:rPr lang="it-IT" sz="2800" b="1" dirty="0">
                <a:latin typeface="Garamond" pitchFamily="18" charset="0"/>
              </a:rPr>
              <a:t>www.avvocatobruccoleri.it</a:t>
            </a:r>
          </a:p>
        </p:txBody>
      </p:sp>
      <p:sp>
        <p:nvSpPr>
          <p:cNvPr id="9" name="Freccia a destra 8"/>
          <p:cNvSpPr/>
          <p:nvPr/>
        </p:nvSpPr>
        <p:spPr>
          <a:xfrm>
            <a:off x="7215206" y="5643578"/>
            <a:ext cx="978408" cy="484632"/>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t-IT"/>
          </a:p>
        </p:txBody>
      </p:sp>
      <p:sp>
        <p:nvSpPr>
          <p:cNvPr id="14" name="Rettangolo 13"/>
          <p:cNvSpPr/>
          <p:nvPr/>
        </p:nvSpPr>
        <p:spPr>
          <a:xfrm>
            <a:off x="3214678" y="357166"/>
            <a:ext cx="2437206" cy="369332"/>
          </a:xfrm>
          <a:prstGeom prst="rect">
            <a:avLst/>
          </a:prstGeom>
        </p:spPr>
        <p:txBody>
          <a:bodyPr wrap="none">
            <a:spAutoFit/>
          </a:bodyPr>
          <a:lstStyle/>
          <a:p>
            <a:pPr algn="ctr">
              <a:buSzPct val="25000"/>
            </a:pPr>
            <a:r>
              <a:rPr lang="en-GB" altLang="it-IT" b="1" dirty="0" smtClean="0">
                <a:latin typeface="Garamond" pitchFamily="18" charset="0"/>
                <a:ea typeface="Helvetica Neue" pitchFamily="2" charset="0"/>
                <a:cs typeface="Helvetica Neue" pitchFamily="2" charset="0"/>
                <a:sym typeface="Century Gothic" pitchFamily="34" charset="0"/>
              </a:rPr>
              <a:t>Prof.  Maria </a:t>
            </a:r>
            <a:r>
              <a:rPr lang="en-GB" altLang="it-IT" b="1" dirty="0" err="1" smtClean="0">
                <a:latin typeface="Garamond" pitchFamily="18" charset="0"/>
                <a:ea typeface="Helvetica Neue" pitchFamily="2" charset="0"/>
                <a:cs typeface="Helvetica Neue" pitchFamily="2" charset="0"/>
                <a:sym typeface="Century Gothic" pitchFamily="34" charset="0"/>
              </a:rPr>
              <a:t>Bruccoleri</a:t>
            </a:r>
            <a:endParaRPr lang="en-GB" altLang="it-IT" sz="1400" dirty="0">
              <a:latin typeface="Garamond" pitchFamily="18" charset="0"/>
              <a:ea typeface="Helvetica Neue" pitchFamily="2" charset="0"/>
              <a:cs typeface="Helvetica Neue" pitchFamily="2" charset="0"/>
              <a:sym typeface="Century Gothic" pitchFamily="34" charset="0"/>
            </a:endParaRPr>
          </a:p>
        </p:txBody>
      </p:sp>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Segnaposto contenuto 10"/>
          <p:cNvSpPr>
            <a:spLocks noGrp="1"/>
          </p:cNvSpPr>
          <p:nvPr>
            <p:ph idx="1"/>
          </p:nvPr>
        </p:nvSpPr>
        <p:spPr/>
        <p:txBody>
          <a:bodyPr>
            <a:normAutofit/>
          </a:bodyPr>
          <a:lstStyle/>
          <a:p>
            <a:pPr marL="0" indent="0" algn="ctr">
              <a:buNone/>
            </a:pPr>
            <a:r>
              <a:rPr lang="en-US" sz="2000" dirty="0" smtClean="0">
                <a:latin typeface="Garamond" pitchFamily="18" charset="0"/>
              </a:rPr>
              <a:t>Training is often required to help mitigate this risk.  Social engineering attacks, however, can still be difficult to predict and prevent. Technical inoculation, derived from inoculation theory, seeks to prevent social engineering and other fraudulent computer traps by instilling a resistance to attempts at persuasion, through exposure to similar or related attempts. Even if none of these guarantee 100% prevention of an attack, they remain the only prevention approaches that, together with careful vigilance, create success. The effects of data loss/damage can also be reduced by means of accurate insurance protection and automatic backup systems.</a:t>
            </a:r>
          </a:p>
        </p:txBody>
      </p:sp>
      <p:sp>
        <p:nvSpPr>
          <p:cNvPr id="13" name="Segnaposto numero diapositiva 12"/>
          <p:cNvSpPr>
            <a:spLocks noGrp="1"/>
          </p:cNvSpPr>
          <p:nvPr>
            <p:ph type="sldNum" sz="quarter" idx="12"/>
          </p:nvPr>
        </p:nvSpPr>
        <p:spPr/>
        <p:txBody>
          <a:bodyPr/>
          <a:lstStyle/>
          <a:p>
            <a:pPr>
              <a:defRPr/>
            </a:pPr>
            <a:fld id="{BDA3CD4A-E96A-43D2-A7ED-09A7935F3B01}" type="slidenum">
              <a:rPr lang="it-IT"/>
              <a:pPr>
                <a:defRPr/>
              </a:pPr>
              <a:t>16</a:t>
            </a:fld>
            <a:endParaRPr lang="it-IT"/>
          </a:p>
        </p:txBody>
      </p:sp>
      <p:sp>
        <p:nvSpPr>
          <p:cNvPr id="14342" name="CasellaDiTesto 8"/>
          <p:cNvSpPr txBox="1">
            <a:spLocks noChangeArrowheads="1"/>
          </p:cNvSpPr>
          <p:nvPr/>
        </p:nvSpPr>
        <p:spPr bwMode="auto">
          <a:xfrm>
            <a:off x="2024584" y="6182766"/>
            <a:ext cx="4895850" cy="519113"/>
          </a:xfrm>
          <a:prstGeom prst="rect">
            <a:avLst/>
          </a:prstGeom>
          <a:noFill/>
          <a:ln w="9525">
            <a:noFill/>
            <a:miter lim="800000"/>
            <a:headEnd/>
            <a:tailEnd/>
          </a:ln>
        </p:spPr>
        <p:txBody>
          <a:bodyPr>
            <a:spAutoFit/>
          </a:bodyPr>
          <a:lstStyle/>
          <a:p>
            <a:pPr marL="14288" algn="ctr">
              <a:tabLst>
                <a:tab pos="4665663" algn="l"/>
              </a:tabLst>
            </a:pPr>
            <a:r>
              <a:rPr lang="it-IT" sz="2800" b="1" dirty="0">
                <a:latin typeface="Garamond" pitchFamily="18" charset="0"/>
              </a:rPr>
              <a:t>www.avvocatobruccoleri.it</a:t>
            </a:r>
          </a:p>
        </p:txBody>
      </p:sp>
      <p:sp>
        <p:nvSpPr>
          <p:cNvPr id="9" name="Rettangolo 8"/>
          <p:cNvSpPr/>
          <p:nvPr/>
        </p:nvSpPr>
        <p:spPr>
          <a:xfrm>
            <a:off x="3214678" y="357166"/>
            <a:ext cx="2437206" cy="369332"/>
          </a:xfrm>
          <a:prstGeom prst="rect">
            <a:avLst/>
          </a:prstGeom>
        </p:spPr>
        <p:txBody>
          <a:bodyPr wrap="none">
            <a:spAutoFit/>
          </a:bodyPr>
          <a:lstStyle/>
          <a:p>
            <a:pPr algn="ctr">
              <a:buSzPct val="25000"/>
            </a:pPr>
            <a:r>
              <a:rPr lang="en-GB" altLang="it-IT" b="1" dirty="0" smtClean="0">
                <a:latin typeface="Garamond" pitchFamily="18" charset="0"/>
                <a:ea typeface="Helvetica Neue" pitchFamily="2" charset="0"/>
                <a:cs typeface="Helvetica Neue" pitchFamily="2" charset="0"/>
                <a:sym typeface="Century Gothic" pitchFamily="34" charset="0"/>
              </a:rPr>
              <a:t>Prof.  Maria </a:t>
            </a:r>
            <a:r>
              <a:rPr lang="en-GB" altLang="it-IT" b="1" dirty="0" err="1" smtClean="0">
                <a:latin typeface="Garamond" pitchFamily="18" charset="0"/>
                <a:ea typeface="Helvetica Neue" pitchFamily="2" charset="0"/>
                <a:cs typeface="Helvetica Neue" pitchFamily="2" charset="0"/>
                <a:sym typeface="Century Gothic" pitchFamily="34" charset="0"/>
              </a:rPr>
              <a:t>Bruccoleri</a:t>
            </a:r>
            <a:endParaRPr lang="en-GB" altLang="it-IT" sz="1400" dirty="0">
              <a:latin typeface="Garamond" pitchFamily="18" charset="0"/>
              <a:ea typeface="Helvetica Neue" pitchFamily="2" charset="0"/>
              <a:cs typeface="Helvetica Neue" pitchFamily="2" charset="0"/>
              <a:sym typeface="Century Gothic" pitchFamily="34" charset="0"/>
            </a:endParaRPr>
          </a:p>
        </p:txBody>
      </p:sp>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0" name="Titolo 1"/>
          <p:cNvSpPr>
            <a:spLocks noGrp="1"/>
          </p:cNvSpPr>
          <p:nvPr>
            <p:ph type="ctrTitle"/>
          </p:nvPr>
        </p:nvSpPr>
        <p:spPr>
          <a:xfrm>
            <a:off x="539750" y="285728"/>
            <a:ext cx="8064500" cy="5643602"/>
          </a:xfrm>
        </p:spPr>
        <p:txBody>
          <a:bodyPr rtlCol="0" anchor="t">
            <a:normAutofit/>
          </a:bodyPr>
          <a:lstStyle/>
          <a:p>
            <a:r>
              <a:rPr lang="it-IT" sz="2400" b="1" dirty="0">
                <a:solidFill>
                  <a:srgbClr val="FF0000"/>
                </a:solidFill>
                <a:latin typeface="Garamond" pitchFamily="18" charset="0"/>
              </a:rPr>
              <a:t/>
            </a:r>
            <a:br>
              <a:rPr lang="it-IT" sz="2400" b="1" dirty="0">
                <a:solidFill>
                  <a:srgbClr val="FF0000"/>
                </a:solidFill>
                <a:latin typeface="Garamond" pitchFamily="18" charset="0"/>
              </a:rPr>
            </a:br>
            <a:r>
              <a:rPr lang="it-IT" sz="2400" b="1" dirty="0">
                <a:solidFill>
                  <a:srgbClr val="FF0000"/>
                </a:solidFill>
                <a:latin typeface="Garamond" pitchFamily="18" charset="0"/>
              </a:rPr>
              <a:t/>
            </a:r>
            <a:br>
              <a:rPr lang="it-IT" sz="2400" b="1" dirty="0">
                <a:solidFill>
                  <a:srgbClr val="FF0000"/>
                </a:solidFill>
                <a:latin typeface="Garamond" pitchFamily="18" charset="0"/>
              </a:rPr>
            </a:br>
            <a:r>
              <a:rPr lang="it-IT" sz="2400" b="1" dirty="0">
                <a:solidFill>
                  <a:srgbClr val="FF0000"/>
                </a:solidFill>
                <a:latin typeface="Garamond" pitchFamily="18" charset="0"/>
              </a:rPr>
              <a:t/>
            </a:r>
            <a:br>
              <a:rPr lang="it-IT" sz="2400" b="1" dirty="0">
                <a:solidFill>
                  <a:srgbClr val="FF0000"/>
                </a:solidFill>
                <a:latin typeface="Garamond" pitchFamily="18" charset="0"/>
              </a:rPr>
            </a:br>
            <a:r>
              <a:rPr lang="it-IT" sz="2400" b="1" dirty="0">
                <a:solidFill>
                  <a:srgbClr val="FF0000"/>
                </a:solidFill>
                <a:latin typeface="Garamond" pitchFamily="18" charset="0"/>
              </a:rPr>
              <a:t/>
            </a:r>
            <a:br>
              <a:rPr lang="it-IT" sz="2400" b="1" dirty="0">
                <a:solidFill>
                  <a:srgbClr val="FF0000"/>
                </a:solidFill>
                <a:latin typeface="Garamond" pitchFamily="18" charset="0"/>
              </a:rPr>
            </a:br>
            <a:r>
              <a:rPr lang="it-IT" sz="2400" b="1" dirty="0">
                <a:solidFill>
                  <a:srgbClr val="FF0000"/>
                </a:solidFill>
                <a:latin typeface="Garamond" pitchFamily="18" charset="0"/>
              </a:rPr>
              <a:t/>
            </a:r>
            <a:br>
              <a:rPr lang="it-IT" sz="2400" b="1" dirty="0">
                <a:solidFill>
                  <a:srgbClr val="FF0000"/>
                </a:solidFill>
                <a:latin typeface="Garamond" pitchFamily="18" charset="0"/>
              </a:rPr>
            </a:br>
            <a:r>
              <a:rPr lang="it-IT" sz="2400" b="1">
                <a:solidFill>
                  <a:srgbClr val="FF0000"/>
                </a:solidFill>
                <a:latin typeface="Garamond" pitchFamily="18" charset="0"/>
              </a:rPr>
              <a:t/>
            </a:r>
            <a:br>
              <a:rPr lang="it-IT" sz="2400" b="1">
                <a:solidFill>
                  <a:srgbClr val="FF0000"/>
                </a:solidFill>
                <a:latin typeface="Garamond" pitchFamily="18" charset="0"/>
              </a:rPr>
            </a:br>
            <a:r>
              <a:rPr lang="it-IT" altLang="it-IT" sz="3600" b="1" smtClean="0">
                <a:solidFill>
                  <a:srgbClr val="FF0000"/>
                </a:solidFill>
                <a:latin typeface="Garamond" pitchFamily="18" charset="0"/>
              </a:rPr>
              <a:t>THANKS FOR YOUR ATTENTION</a:t>
            </a:r>
            <a:br>
              <a:rPr lang="it-IT" altLang="it-IT" sz="3600" b="1" smtClean="0">
                <a:solidFill>
                  <a:srgbClr val="FF0000"/>
                </a:solidFill>
                <a:latin typeface="Garamond" pitchFamily="18" charset="0"/>
              </a:rPr>
            </a:br>
            <a:endParaRPr lang="it-IT" sz="3600" b="1" dirty="0">
              <a:solidFill>
                <a:srgbClr val="FF0000"/>
              </a:solidFill>
              <a:latin typeface="Garamond" pitchFamily="18" charset="0"/>
            </a:endParaRPr>
          </a:p>
        </p:txBody>
      </p:sp>
      <p:sp>
        <p:nvSpPr>
          <p:cNvPr id="13" name="Segnaposto numero diapositiva 12"/>
          <p:cNvSpPr>
            <a:spLocks noGrp="1"/>
          </p:cNvSpPr>
          <p:nvPr>
            <p:ph type="sldNum" sz="quarter" idx="12"/>
          </p:nvPr>
        </p:nvSpPr>
        <p:spPr/>
        <p:txBody>
          <a:bodyPr/>
          <a:lstStyle/>
          <a:p>
            <a:pPr>
              <a:defRPr/>
            </a:pPr>
            <a:fld id="{BDA3CD4A-E96A-43D2-A7ED-09A7935F3B01}" type="slidenum">
              <a:rPr lang="it-IT"/>
              <a:pPr>
                <a:defRPr/>
              </a:pPr>
              <a:t>17</a:t>
            </a:fld>
            <a:endParaRPr lang="it-IT"/>
          </a:p>
        </p:txBody>
      </p:sp>
      <p:sp>
        <p:nvSpPr>
          <p:cNvPr id="14342" name="CasellaDiTesto 8"/>
          <p:cNvSpPr txBox="1">
            <a:spLocks noChangeArrowheads="1"/>
          </p:cNvSpPr>
          <p:nvPr/>
        </p:nvSpPr>
        <p:spPr bwMode="auto">
          <a:xfrm>
            <a:off x="1979613" y="6092825"/>
            <a:ext cx="4895850" cy="519113"/>
          </a:xfrm>
          <a:prstGeom prst="rect">
            <a:avLst/>
          </a:prstGeom>
          <a:noFill/>
          <a:ln w="9525">
            <a:noFill/>
            <a:miter lim="800000"/>
            <a:headEnd/>
            <a:tailEnd/>
          </a:ln>
        </p:spPr>
        <p:txBody>
          <a:bodyPr>
            <a:spAutoFit/>
          </a:bodyPr>
          <a:lstStyle/>
          <a:p>
            <a:pPr algn="ctr"/>
            <a:r>
              <a:rPr lang="it-IT" sz="2800" b="1" dirty="0">
                <a:latin typeface="Garamond" pitchFamily="18" charset="0"/>
              </a:rPr>
              <a:t>www.avvocatobruccoleri.it</a:t>
            </a:r>
          </a:p>
        </p:txBody>
      </p:sp>
      <p:sp>
        <p:nvSpPr>
          <p:cNvPr id="9" name="CasellaDiTesto 8"/>
          <p:cNvSpPr txBox="1">
            <a:spLocks noChangeArrowheads="1"/>
          </p:cNvSpPr>
          <p:nvPr/>
        </p:nvSpPr>
        <p:spPr bwMode="auto">
          <a:xfrm>
            <a:off x="28600" y="3804"/>
            <a:ext cx="2843213" cy="677108"/>
          </a:xfrm>
          <a:prstGeom prst="rect">
            <a:avLst/>
          </a:prstGeom>
          <a:noFill/>
          <a:ln w="9525">
            <a:noFill/>
            <a:miter lim="800000"/>
            <a:headEnd/>
            <a:tailEnd/>
          </a:ln>
        </p:spPr>
        <p:txBody>
          <a:bodyPr wrap="square">
            <a:spAutoFit/>
          </a:bodyPr>
          <a:lstStyle/>
          <a:p>
            <a:pPr eaLnBrk="1" hangingPunct="1"/>
            <a:endParaRPr lang="it-IT" altLang="it-IT" sz="2000" dirty="0">
              <a:latin typeface="Garamond" pitchFamily="18" charset="0"/>
            </a:endParaRPr>
          </a:p>
          <a:p>
            <a:pPr eaLnBrk="1" hangingPunct="1"/>
            <a:endParaRPr lang="it-IT" altLang="it-IT" dirty="0"/>
          </a:p>
        </p:txBody>
      </p:sp>
      <p:sp>
        <p:nvSpPr>
          <p:cNvPr id="11" name="Rettangolo 10"/>
          <p:cNvSpPr/>
          <p:nvPr/>
        </p:nvSpPr>
        <p:spPr>
          <a:xfrm>
            <a:off x="3214678" y="357166"/>
            <a:ext cx="2437206" cy="369332"/>
          </a:xfrm>
          <a:prstGeom prst="rect">
            <a:avLst/>
          </a:prstGeom>
        </p:spPr>
        <p:txBody>
          <a:bodyPr wrap="none">
            <a:spAutoFit/>
          </a:bodyPr>
          <a:lstStyle/>
          <a:p>
            <a:pPr algn="ctr">
              <a:buSzPct val="25000"/>
            </a:pPr>
            <a:r>
              <a:rPr lang="en-GB" altLang="it-IT" b="1" dirty="0" smtClean="0">
                <a:latin typeface="Garamond" pitchFamily="18" charset="0"/>
                <a:ea typeface="Helvetica Neue" pitchFamily="2" charset="0"/>
                <a:cs typeface="Helvetica Neue" pitchFamily="2" charset="0"/>
                <a:sym typeface="Century Gothic" pitchFamily="34" charset="0"/>
              </a:rPr>
              <a:t>Prof.  Maria </a:t>
            </a:r>
            <a:r>
              <a:rPr lang="en-GB" altLang="it-IT" b="1" dirty="0" err="1" smtClean="0">
                <a:latin typeface="Garamond" pitchFamily="18" charset="0"/>
                <a:ea typeface="Helvetica Neue" pitchFamily="2" charset="0"/>
                <a:cs typeface="Helvetica Neue" pitchFamily="2" charset="0"/>
                <a:sym typeface="Century Gothic" pitchFamily="34" charset="0"/>
              </a:rPr>
              <a:t>Bruccoleri</a:t>
            </a:r>
            <a:endParaRPr lang="en-GB" altLang="it-IT" sz="1400" dirty="0">
              <a:latin typeface="Garamond" pitchFamily="18" charset="0"/>
              <a:ea typeface="Helvetica Neue" pitchFamily="2" charset="0"/>
              <a:cs typeface="Helvetica Neue" pitchFamily="2" charset="0"/>
              <a:sym typeface="Century Gothic" pitchFamily="34" charset="0"/>
            </a:endParaRPr>
          </a:p>
        </p:txBody>
      </p:sp>
    </p:spTree>
    <p:extLst>
      <p:ext uri="{BB962C8B-B14F-4D97-AF65-F5344CB8AC3E}">
        <p14:creationId xmlns:p14="http://schemas.microsoft.com/office/powerpoint/2010/main" xmlns="" val="2848944505"/>
      </p:ext>
    </p:extLst>
  </p:cSld>
  <p:clrMapOvr>
    <a:masterClrMapping/>
  </p:clrMapOvr>
</p:sld>
</file>

<file path=ppt/theme/theme1.xml><?xml version="1.0" encoding="utf-8"?>
<a:theme xmlns:a="http://schemas.openxmlformats.org/drawingml/2006/main" name="Tema di Offic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Tema di Offic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21</TotalTime>
  <Words>1374</Words>
  <Application>Microsoft Office PowerPoint</Application>
  <PresentationFormat>Presentazione su schermo (4:3)</PresentationFormat>
  <Paragraphs>151</Paragraphs>
  <Slides>17</Slides>
  <Notes>17</Notes>
  <HiddenSlides>0</HiddenSlides>
  <MMClips>0</MMClips>
  <ScaleCrop>false</ScaleCrop>
  <HeadingPairs>
    <vt:vector size="4" baseType="variant">
      <vt:variant>
        <vt:lpstr>Tema</vt:lpstr>
      </vt:variant>
      <vt:variant>
        <vt:i4>1</vt:i4>
      </vt:variant>
      <vt:variant>
        <vt:lpstr>Titoli diapositive</vt:lpstr>
      </vt:variant>
      <vt:variant>
        <vt:i4>17</vt:i4>
      </vt:variant>
    </vt:vector>
  </HeadingPairs>
  <TitlesOfParts>
    <vt:vector size="18" baseType="lpstr">
      <vt:lpstr>Tema di Office</vt:lpstr>
      <vt:lpstr>CORSO DI CYBERSECURITY AWARENESS    CYBERSECURITY, TYPES OF SECURITY, AND PRIVACY  N. 5</vt:lpstr>
      <vt:lpstr>INDEX</vt:lpstr>
      <vt:lpstr>Diapositiva 3</vt:lpstr>
      <vt:lpstr>COMPUTER PROTECTION (COUNTERMEASURES)</vt:lpstr>
      <vt:lpstr>SECURITY BASED ON DESIGN</vt:lpstr>
      <vt:lpstr>Diapositiva 6</vt:lpstr>
      <vt:lpstr>SECURITY ARCHITECTURE</vt:lpstr>
      <vt:lpstr>Diapositiva 8</vt:lpstr>
      <vt:lpstr>SECURITY MEASURES: FIREWALLS</vt:lpstr>
      <vt:lpstr>Diapositiva 10</vt:lpstr>
      <vt:lpstr>Diapositiva 11</vt:lpstr>
      <vt:lpstr>Diapositiva 12</vt:lpstr>
      <vt:lpstr>Diapositiva 13</vt:lpstr>
      <vt:lpstr>VULNERABILITY MANAGEMENT</vt:lpstr>
      <vt:lpstr>VULNERABILITY REDUCTION</vt:lpstr>
      <vt:lpstr>Diapositiva 16</vt:lpstr>
      <vt:lpstr>      THANKS FOR YOUR ATTENTION </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Diapositiva 1</dc:title>
  <dc:creator>Alessandro</dc:creator>
  <cp:lastModifiedBy>Alessandro</cp:lastModifiedBy>
  <cp:revision>18</cp:revision>
  <dcterms:created xsi:type="dcterms:W3CDTF">2023-05-29T15:10:16Z</dcterms:created>
  <dcterms:modified xsi:type="dcterms:W3CDTF">2023-09-14T08:09:06Z</dcterms:modified>
</cp:coreProperties>
</file>